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79A11A7-C709-4BE9-95DB-8DECDC60DE5C}" type="datetimeFigureOut">
              <a:rPr lang="es-CR" smtClean="0"/>
              <a:t>22/02/2019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46232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22/02/2019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063705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22/02/2019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994940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22/02/2019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56513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22/02/2019</a:t>
            </a:fld>
            <a:endParaRPr lang="es-C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268500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22/02/2019</a:t>
            </a:fld>
            <a:endParaRPr lang="es-C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332401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22/02/2019</a:t>
            </a:fld>
            <a:endParaRPr lang="es-C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804007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22/02/2019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336173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22/02/2019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143926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22/02/2019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755285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22/02/2019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682101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22/02/2019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767157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22/02/2019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83150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22/02/2019</a:t>
            </a:fld>
            <a:endParaRPr lang="es-C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526322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A11A7-C709-4BE9-95DB-8DECDC60DE5C}" type="datetimeFigureOut">
              <a:rPr lang="es-CR" smtClean="0"/>
              <a:t>22/02/2019</a:t>
            </a:fld>
            <a:endParaRPr lang="es-C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s-C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1302718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79A11A7-C709-4BE9-95DB-8DECDC60DE5C}" type="datetimeFigureOut">
              <a:rPr lang="es-CR" smtClean="0"/>
              <a:t>22/02/2019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2399616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79A11A7-C709-4BE9-95DB-8DECDC60DE5C}" type="datetimeFigureOut">
              <a:rPr lang="es-CR" smtClean="0"/>
              <a:t>22/02/2019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38384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79A11A7-C709-4BE9-95DB-8DECDC60DE5C}" type="datetimeFigureOut">
              <a:rPr lang="es-CR" smtClean="0"/>
              <a:t>22/02/2019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s-CR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0911293-FE19-4D98-B4A6-C39E69DE61C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723074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ln>
            <a:solidFill>
              <a:srgbClr val="FFFF00"/>
            </a:solidFill>
          </a:ln>
        </p:spPr>
        <p:txBody>
          <a:bodyPr/>
          <a:lstStyle/>
          <a:p>
            <a:r>
              <a:rPr lang="es-CR" smtClean="0">
                <a:latin typeface="Cooper Black" panose="0208090404030B020404" pitchFamily="18" charset="0"/>
              </a:rPr>
              <a:t> </a:t>
            </a:r>
            <a:r>
              <a:rPr lang="es-CR" dirty="0" smtClean="0"/>
              <a:t/>
            </a:r>
            <a:br>
              <a:rPr lang="es-CR" dirty="0" smtClean="0"/>
            </a:br>
            <a:endParaRPr lang="es-C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Por: Manuel Enrique Báez Sanabria</a:t>
            </a:r>
            <a:endParaRPr lang="es-CR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450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 smtClean="0"/>
              <a:t>¿Cuándo nació?</a:t>
            </a:r>
            <a:endParaRPr lang="es-C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039822" y="3917145"/>
            <a:ext cx="2773102" cy="951069"/>
          </a:xfrm>
        </p:spPr>
        <p:txBody>
          <a:bodyPr/>
          <a:lstStyle/>
          <a:p>
            <a:r>
              <a:rPr lang="es-CR" dirty="0" smtClean="0"/>
              <a:t>Evolución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153140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 smtClean="0"/>
              <a:t>Juegos Secundarios </a:t>
            </a:r>
            <a:endParaRPr lang="es-C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dirty="0" err="1" smtClean="0"/>
              <a:t>Ranger</a:t>
            </a:r>
            <a:endParaRPr lang="es-CR" dirty="0" smtClean="0"/>
          </a:p>
          <a:p>
            <a:r>
              <a:rPr lang="es-CR" dirty="0" err="1" smtClean="0"/>
              <a:t>Dungeon</a:t>
            </a:r>
            <a:r>
              <a:rPr lang="es-CR" dirty="0" smtClean="0"/>
              <a:t> </a:t>
            </a:r>
            <a:r>
              <a:rPr lang="es-CR" dirty="0" err="1" smtClean="0"/>
              <a:t>Mystery</a:t>
            </a:r>
            <a:endParaRPr lang="es-CR" dirty="0" smtClean="0"/>
          </a:p>
          <a:p>
            <a:r>
              <a:rPr lang="es-CR" dirty="0" err="1" smtClean="0"/>
              <a:t>Conquest</a:t>
            </a:r>
            <a:endParaRPr lang="es-CR" dirty="0" smtClean="0"/>
          </a:p>
          <a:p>
            <a:r>
              <a:rPr lang="es-CR" dirty="0" err="1" smtClean="0"/>
              <a:t>Rumble</a:t>
            </a:r>
            <a:endParaRPr lang="es-CR" dirty="0" smtClean="0"/>
          </a:p>
          <a:p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895782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 smtClean="0"/>
              <a:t>Competitivo</a:t>
            </a:r>
            <a:endParaRPr lang="es-C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54955" y="2603500"/>
            <a:ext cx="1935976" cy="1749559"/>
          </a:xfrm>
        </p:spPr>
        <p:txBody>
          <a:bodyPr/>
          <a:lstStyle/>
          <a:p>
            <a:r>
              <a:rPr lang="es-CR" dirty="0" err="1" smtClean="0"/>
              <a:t>Ev´s</a:t>
            </a:r>
            <a:endParaRPr lang="es-CR" dirty="0" smtClean="0"/>
          </a:p>
          <a:p>
            <a:r>
              <a:rPr lang="es-CR" dirty="0" err="1" smtClean="0"/>
              <a:t>Iv´s</a:t>
            </a:r>
            <a:endParaRPr lang="es-CR" dirty="0" smtClean="0"/>
          </a:p>
          <a:p>
            <a:r>
              <a:rPr lang="es-CR" dirty="0" smtClean="0"/>
              <a:t>Naturaleza</a:t>
            </a:r>
          </a:p>
          <a:p>
            <a:r>
              <a:rPr lang="es-CR" dirty="0" err="1" smtClean="0"/>
              <a:t>Stats</a:t>
            </a:r>
            <a:endParaRPr lang="es-CR" dirty="0" smtClean="0"/>
          </a:p>
          <a:p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329911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 smtClean="0"/>
              <a:t>Impacto Social</a:t>
            </a:r>
            <a:endParaRPr lang="es-C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8414780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Personalizado 1">
      <a:dk1>
        <a:srgbClr val="000000"/>
      </a:dk1>
      <a:lt1>
        <a:sysClr val="window" lastClr="FFFFFF"/>
      </a:lt1>
      <a:dk2>
        <a:srgbClr val="00B0F0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Sala de reuniones 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la de reuniones 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61</TotalTime>
  <Words>26</Words>
  <Application>Microsoft Office PowerPoint</Application>
  <PresentationFormat>Panorámica</PresentationFormat>
  <Paragraphs>15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Century Gothic</vt:lpstr>
      <vt:lpstr>Cooper Black</vt:lpstr>
      <vt:lpstr>Wingdings 3</vt:lpstr>
      <vt:lpstr>Sala de reuniones Ion</vt:lpstr>
      <vt:lpstr>  </vt:lpstr>
      <vt:lpstr>¿Cuándo nació?</vt:lpstr>
      <vt:lpstr>Juegos Secundarios </vt:lpstr>
      <vt:lpstr>Competitivo</vt:lpstr>
      <vt:lpstr>Impacto Social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Cuarto Desarrollo</dc:creator>
  <cp:lastModifiedBy>Cuarto Desarrollo</cp:lastModifiedBy>
  <cp:revision>6</cp:revision>
  <dcterms:created xsi:type="dcterms:W3CDTF">2019-02-22T21:17:41Z</dcterms:created>
  <dcterms:modified xsi:type="dcterms:W3CDTF">2019-02-22T22:19:20Z</dcterms:modified>
</cp:coreProperties>
</file>
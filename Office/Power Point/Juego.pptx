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  <p:sldId id="260" r:id="rId9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6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73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22937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2221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97056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26250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00995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83613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52545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4952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84870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757493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6538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79436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7246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24164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1889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33748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214E141-0726-4822-B320-BE1589146157}" type="datetimeFigureOut">
              <a:rPr lang="es-CR" smtClean="0"/>
              <a:t>15/03/2019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C2A1CDD-ABDC-4A1B-A12B-46A11B406B1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851545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 smtClean="0"/>
              <a:t>Juego</a:t>
            </a:r>
            <a:endParaRPr lang="es-C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Cara sonriente 3">
            <a:hlinkClick r:id="rId2" action="ppaction://hlinksldjump"/>
          </p:cNvPr>
          <p:cNvSpPr/>
          <p:nvPr/>
        </p:nvSpPr>
        <p:spPr>
          <a:xfrm>
            <a:off x="5092926" y="0"/>
            <a:ext cx="2076994" cy="1933303"/>
          </a:xfrm>
          <a:prstGeom prst="smileyFac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Jugar                                                                                                                                        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69804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Rectángulo 3">
            <a:hlinkHover r:id="" action="ppaction://hlinkshowjump?jump=lastslide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5" name="Rectángulo 4"/>
          <p:cNvSpPr/>
          <p:nvPr/>
        </p:nvSpPr>
        <p:spPr>
          <a:xfrm>
            <a:off x="5516079" y="618098"/>
            <a:ext cx="579917" cy="480218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7" name="Rectángulo redondeado 6">
            <a:hlinkClick r:id="" action="ppaction://hlinkshowjump?jump=nextslide"/>
          </p:cNvPr>
          <p:cNvSpPr/>
          <p:nvPr/>
        </p:nvSpPr>
        <p:spPr>
          <a:xfrm rot="16200000">
            <a:off x="10523810" y="5433461"/>
            <a:ext cx="1156447" cy="605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8" name="Cara sonriente 7">
            <a:hlinkHover r:id="" action="ppaction://hlinkshowjump?jump=lastslide"/>
          </p:cNvPr>
          <p:cNvSpPr/>
          <p:nvPr/>
        </p:nvSpPr>
        <p:spPr>
          <a:xfrm>
            <a:off x="3509682" y="981636"/>
            <a:ext cx="847165" cy="872472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9" name="Rectángulo redondeado 8"/>
          <p:cNvSpPr/>
          <p:nvPr/>
        </p:nvSpPr>
        <p:spPr>
          <a:xfrm>
            <a:off x="4881282" y="201706"/>
            <a:ext cx="1775012" cy="416392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0" name="Rectángulo 9"/>
          <p:cNvSpPr/>
          <p:nvPr/>
        </p:nvSpPr>
        <p:spPr>
          <a:xfrm>
            <a:off x="5516079" y="5420285"/>
            <a:ext cx="5283395" cy="75667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1" name="Cara sonriente 10">
            <a:hlinkHover r:id="" action="ppaction://hlinkshowjump?jump=lastslide"/>
          </p:cNvPr>
          <p:cNvSpPr/>
          <p:nvPr/>
        </p:nvSpPr>
        <p:spPr>
          <a:xfrm>
            <a:off x="3994320" y="4177837"/>
            <a:ext cx="1102659" cy="1250577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2091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3.95833E-6 -2.96296E-6 L 0.25 -2.96296E-6 L 0.25 0.25 L 3.95833E-6 0.25 L 3.95833E-6 -2.96296E-6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25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7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3.54167E-6 -1.48148E-6 L 0.25 -1.48148E-6 L 0.25 0.25 L 3.54167E-6 0.25 L 3.54167E-6 -1.48148E-6 Z " pathEditMode="relative" rAng="0" ptsTypes="AAA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hlinkHover r:id="" action="ppaction://hlinkshowjump?jump=lastslide"/>
          </p:cNvPr>
          <p:cNvSpPr/>
          <p:nvPr/>
        </p:nvSpPr>
        <p:spPr>
          <a:xfrm>
            <a:off x="0" y="0"/>
            <a:ext cx="123444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Rectángulo 5"/>
          <p:cNvSpPr/>
          <p:nvPr/>
        </p:nvSpPr>
        <p:spPr>
          <a:xfrm>
            <a:off x="753035" y="2380127"/>
            <a:ext cx="8350624" cy="2097741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7" name="Triángulo isósceles 6"/>
          <p:cNvSpPr/>
          <p:nvPr/>
        </p:nvSpPr>
        <p:spPr>
          <a:xfrm>
            <a:off x="5560358" y="4000499"/>
            <a:ext cx="1223683" cy="1667435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8" name="Rectángulo 7"/>
          <p:cNvSpPr/>
          <p:nvPr/>
        </p:nvSpPr>
        <p:spPr>
          <a:xfrm>
            <a:off x="5560358" y="5667934"/>
            <a:ext cx="5177117" cy="82027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9" name="Rectángulo redondeado 8"/>
          <p:cNvSpPr/>
          <p:nvPr/>
        </p:nvSpPr>
        <p:spPr>
          <a:xfrm>
            <a:off x="10737475" y="5419165"/>
            <a:ext cx="746313" cy="134470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0" name="Rectángulo redondeado 9">
            <a:hlinkClick r:id="rId2" action="ppaction://hlinksldjump"/>
          </p:cNvPr>
          <p:cNvSpPr/>
          <p:nvPr/>
        </p:nvSpPr>
        <p:spPr>
          <a:xfrm>
            <a:off x="1606924" y="2151526"/>
            <a:ext cx="1058911" cy="255494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1" name="Rectángulo redondeado 10"/>
          <p:cNvSpPr/>
          <p:nvPr/>
        </p:nvSpPr>
        <p:spPr>
          <a:xfrm>
            <a:off x="537882" y="1640541"/>
            <a:ext cx="1139638" cy="33079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4" name="Cara sonriente 3">
            <a:hlinkHover r:id="" action="ppaction://hlinkshowjump?jump=lastslide"/>
          </p:cNvPr>
          <p:cNvSpPr/>
          <p:nvPr/>
        </p:nvSpPr>
        <p:spPr>
          <a:xfrm>
            <a:off x="5331670" y="352588"/>
            <a:ext cx="2538310" cy="2575906"/>
          </a:xfrm>
          <a:prstGeom prst="smileyFace">
            <a:avLst>
              <a:gd name="adj" fmla="val 3782"/>
            </a:avLst>
          </a:prstGeom>
          <a:solidFill>
            <a:srgbClr val="FFFF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9701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path" presetSubtype="0" repeatCount="1000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7037E-7 C 0.00794 0.0081 0.01705 0.01597 0.02096 0.02593 C 0.025 0.03704 0.02695 0.05 0.02903 0.06296 C 0.03099 0.07593 0.02903 0.08704 0.02695 0.09907 C 0.025 0.10995 0.022 0.12199 0.01497 0.13194 C 0.00898 0.1419 -0.00105 0.15 -0.01198 0.15602 C -0.02201 0.16204 -0.03399 0.16597 -0.04597 0.16806 C -0.05795 0.16991 -0.07006 0.16991 -0.08099 0.16806 C -0.09297 0.16597 -0.10391 0.16111 -0.11289 0.15301 C -0.12201 0.14607 -0.12995 0.13704 -0.13399 0.12593 C -0.13894 0.11597 -0.14089 0.10208 -0.14089 0.09097 C -0.14206 0.08009 -0.14089 0.0669 -0.13594 0.05602 C -0.13099 0.04607 -0.12201 0.03796 -0.1099 0.03403 C -0.09805 0.03102 -0.08594 0.03495 -0.078 0.0419 C -0.07097 0.04907 -0.06589 0.05995 -0.06498 0.07292 C -0.06498 0.08611 -0.06589 0.09792 -0.07097 0.1081 C -0.07605 0.11806 -0.075 0.11991 -0.09506 0.1331 C -0.11289 0.14699 -0.13099 0.14306 -0.14206 0.14398 C -0.153 0.14398 -0.16198 0.14005 -0.17305 0.13611 C -0.18503 0.13102 -0.19493 0.12199 -0.20196 0.11389 C -0.20899 0.10602 -0.21198 0.09607 -0.21602 0.08009 C -0.21901 0.06389 -0.21901 0.05602 -0.21901 0.04398 C -0.21901 0.03194 -0.21901 0.01991 -0.21901 0.0081 " pathEditMode="relative" rAng="0" ptsTypes="AAAAAAAAAAAAAAAAAAAAAAA">
                                      <p:cBhvr>
                                        <p:cTn id="6" dur="2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66" y="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Rectángulo 3">
            <a:hlinkClick r:id="" action="ppaction://hlinkshowjump?jump=lastslide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5" name="Marco 4"/>
          <p:cNvSpPr/>
          <p:nvPr/>
        </p:nvSpPr>
        <p:spPr>
          <a:xfrm>
            <a:off x="2487706" y="1371600"/>
            <a:ext cx="8095129" cy="4450976"/>
          </a:xfrm>
          <a:prstGeom prst="fram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>
              <a:solidFill>
                <a:schemeClr val="tx1"/>
              </a:solidFill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2312894" y="806824"/>
            <a:ext cx="2796988" cy="177501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7" name="Rectángulo 6">
            <a:hlinkClick r:id="rId2" action="ppaction://hlinksldjump"/>
          </p:cNvPr>
          <p:cNvSpPr/>
          <p:nvPr/>
        </p:nvSpPr>
        <p:spPr>
          <a:xfrm rot="16200000">
            <a:off x="9413902" y="2663477"/>
            <a:ext cx="564777" cy="184032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8" name="Cara sonriente 7">
            <a:hlinkHover r:id="" action="ppaction://hlinkshowjump?jump=lastslide"/>
          </p:cNvPr>
          <p:cNvSpPr/>
          <p:nvPr/>
        </p:nvSpPr>
        <p:spPr>
          <a:xfrm>
            <a:off x="2454088" y="1529323"/>
            <a:ext cx="699247" cy="726141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9" name="Cara sonriente 8">
            <a:hlinkClick r:id="" action="ppaction://hlinkshowjump?jump=lastslide"/>
          </p:cNvPr>
          <p:cNvSpPr/>
          <p:nvPr/>
        </p:nvSpPr>
        <p:spPr>
          <a:xfrm>
            <a:off x="6225988" y="4141694"/>
            <a:ext cx="927847" cy="874059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0" name="Cara sonriente 9">
            <a:hlinkClick r:id="" action="ppaction://hlinkshowjump?jump=lastslide"/>
          </p:cNvPr>
          <p:cNvSpPr/>
          <p:nvPr/>
        </p:nvSpPr>
        <p:spPr>
          <a:xfrm>
            <a:off x="8485094" y="2232212"/>
            <a:ext cx="968188" cy="833717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1" name="Rectángulo redondeado 10"/>
          <p:cNvSpPr/>
          <p:nvPr/>
        </p:nvSpPr>
        <p:spPr>
          <a:xfrm>
            <a:off x="4840941" y="806824"/>
            <a:ext cx="6006354" cy="14253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2" name="Rectángulo 11"/>
          <p:cNvSpPr/>
          <p:nvPr/>
        </p:nvSpPr>
        <p:spPr>
          <a:xfrm>
            <a:off x="9870141" y="1519518"/>
            <a:ext cx="977154" cy="1795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9937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path" presetSubtype="0" repeatCount="500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.00718 L 0.21393 0.00718 L 0.21393 0.25 L 2.91667E-6 0.25 L 2.91667E-6 0.00718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90" y="1213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path" presetSubtype="0" repeatCount="500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4 -0.005 -0.029 -0.009 -0.044 -0.009 C -0.114 -0.009 -0.169 0.048 -0.169 0.117 C -0.169 0.185 -0.114 0.241 -0.044 0.241 C -0.029 0.241 -0.014 0.238 0 0.233 C -0.047 0.215 -0.08 0.17 -0.08 0.117 C -0.08 0.063 -0.047 0.018 0 0 Z" pathEditMode="relative" ptsTypes="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500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07407E-6 L -0.00052 0.5201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2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Rectángulo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5" name="Rectángulo 4"/>
          <p:cNvSpPr/>
          <p:nvPr/>
        </p:nvSpPr>
        <p:spPr>
          <a:xfrm>
            <a:off x="2568388" y="1402791"/>
            <a:ext cx="7005918" cy="3469341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Triángulo isósceles 5">
            <a:hlinkHover r:id="" action="ppaction://hlinkshowjump?jump=lastslide"/>
          </p:cNvPr>
          <p:cNvSpPr/>
          <p:nvPr/>
        </p:nvSpPr>
        <p:spPr>
          <a:xfrm>
            <a:off x="2568388" y="3173506"/>
            <a:ext cx="1869141" cy="16808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7" name="Triángulo isósceles 6"/>
          <p:cNvSpPr/>
          <p:nvPr/>
        </p:nvSpPr>
        <p:spPr>
          <a:xfrm rot="10800000">
            <a:off x="2938182" y="1385047"/>
            <a:ext cx="1869141" cy="16808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8" name="Triángulo isósceles 7">
            <a:hlinkHover r:id="" action="ppaction://hlinkshowjump?jump=lastslide"/>
          </p:cNvPr>
          <p:cNvSpPr/>
          <p:nvPr/>
        </p:nvSpPr>
        <p:spPr>
          <a:xfrm>
            <a:off x="3729317" y="3198019"/>
            <a:ext cx="1869141" cy="16808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9" name="Triángulo isósceles 8">
            <a:hlinkHover r:id="" action="ppaction://hlinkshowjump?jump=lastslide"/>
          </p:cNvPr>
          <p:cNvSpPr/>
          <p:nvPr/>
        </p:nvSpPr>
        <p:spPr>
          <a:xfrm>
            <a:off x="4782670" y="3222532"/>
            <a:ext cx="1869141" cy="16808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0" name="Triángulo isósceles 9">
            <a:hlinkHover r:id="" action="ppaction://hlinkshowjump?jump=lastslide"/>
          </p:cNvPr>
          <p:cNvSpPr/>
          <p:nvPr/>
        </p:nvSpPr>
        <p:spPr>
          <a:xfrm>
            <a:off x="5972734" y="3198019"/>
            <a:ext cx="1869141" cy="16808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1" name="Triángulo isósceles 10">
            <a:hlinkHover r:id="" action="ppaction://hlinkshowjump?jump=lastslide"/>
          </p:cNvPr>
          <p:cNvSpPr/>
          <p:nvPr/>
        </p:nvSpPr>
        <p:spPr>
          <a:xfrm>
            <a:off x="7205383" y="3222532"/>
            <a:ext cx="1869141" cy="16808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2" name="Triángulo isósceles 11"/>
          <p:cNvSpPr/>
          <p:nvPr/>
        </p:nvSpPr>
        <p:spPr>
          <a:xfrm rot="10800000">
            <a:off x="4054287" y="1402791"/>
            <a:ext cx="1869141" cy="16808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3" name="Triángulo isósceles 12"/>
          <p:cNvSpPr/>
          <p:nvPr/>
        </p:nvSpPr>
        <p:spPr>
          <a:xfrm rot="10800000">
            <a:off x="5038163" y="1385047"/>
            <a:ext cx="1869141" cy="16808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4" name="Triángulo isósceles 13"/>
          <p:cNvSpPr/>
          <p:nvPr/>
        </p:nvSpPr>
        <p:spPr>
          <a:xfrm rot="10800000">
            <a:off x="6154268" y="1402792"/>
            <a:ext cx="1869141" cy="16808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5" name="Triángulo isósceles 14"/>
          <p:cNvSpPr/>
          <p:nvPr/>
        </p:nvSpPr>
        <p:spPr>
          <a:xfrm rot="10800000">
            <a:off x="7458632" y="1388386"/>
            <a:ext cx="1869141" cy="16808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6" name="Rectángulo redondeado 15"/>
          <p:cNvSpPr/>
          <p:nvPr/>
        </p:nvSpPr>
        <p:spPr>
          <a:xfrm>
            <a:off x="1380569" y="2756647"/>
            <a:ext cx="1459003" cy="46588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7" name="Rectángulo 16"/>
          <p:cNvSpPr/>
          <p:nvPr/>
        </p:nvSpPr>
        <p:spPr>
          <a:xfrm>
            <a:off x="1398494" y="3083674"/>
            <a:ext cx="726141" cy="33440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8" name="Rectángulo redondeado 17">
            <a:hlinkClick r:id="rId2" action="ppaction://hlinksldjump"/>
          </p:cNvPr>
          <p:cNvSpPr/>
          <p:nvPr/>
        </p:nvSpPr>
        <p:spPr>
          <a:xfrm>
            <a:off x="1380569" y="5876365"/>
            <a:ext cx="1860176" cy="55132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9" name="Cara sonriente 18">
            <a:hlinkHover r:id="" action="ppaction://hlinkshowjump?jump=lastslide"/>
          </p:cNvPr>
          <p:cNvSpPr/>
          <p:nvPr/>
        </p:nvSpPr>
        <p:spPr>
          <a:xfrm>
            <a:off x="1761564" y="1539688"/>
            <a:ext cx="1185584" cy="1089212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20" name="Cara sonriente 19"/>
          <p:cNvSpPr/>
          <p:nvPr/>
        </p:nvSpPr>
        <p:spPr>
          <a:xfrm>
            <a:off x="259976" y="2771472"/>
            <a:ext cx="735106" cy="902120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7262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1" presetClass="path" presetSubtype="0" repeatCount="500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8 0.008 -0.017 0.016 -0.021 0.026 C -0.025 0.037 -0.027 0.05 -0.029 0.063 C -0.031 0.076 -0.029 0.087 -0.027 0.099 C -0.025 0.11 -0.022 0.122 -0.015 0.132 C -0.009 0.142 0.001 0.15 0.012 0.156 C 0.022 0.162 0.034 0.166 0.046 0.168 C 0.058 0.17 0.07 0.17 0.081 0.168 C 0.093 0.166 0.104 0.161 0.113 0.153 C 0.122 0.146 0.13 0.137 0.134 0.126 C 0.139 0.116 0.141 0.102 0.141 0.091 C 0.142 0.08 0.141 0.067 0.136 0.056 C 0.131 0.046 0.122 0.038 0.11 0.034 C 0.098 0.031 0.086 0.035 0.078 0.042 C 0.071 0.049 0.066 0.06 0.065 0.073 C 0.065 0.086 0.066 0.098 0.071 0.108 C 0.076 0.118 0.075 0.12 0.095 0.133 C 0.113 0.147 0.131 0.143 0.142 0.144 C 0.153 0.144 0.162 0.14 0.173 0.136 C 0.185 0.131 0.195 0.122 0.202 0.114 C 0.209 0.106 0.212 0.096 0.216 0.08 C 0.219 0.064 0.219 0.056 0.219 0.044 C 0.219 0.032 0.219 0.02 0.219 0.008 E" pathEditMode="relative" ptsTypes="">
                                      <p:cBhvr>
                                        <p:cTn id="6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7" presetClass="path" presetSubtype="0" repeatCount="400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L 0.25 0.25 L 0 0.25 L 0 0 Z" pathEditMode="relative" ptsTypes="">
                                      <p:cBhvr>
                                        <p:cTn id="8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1" name="Rectángulo redondeado 10"/>
          <p:cNvSpPr/>
          <p:nvPr/>
        </p:nvSpPr>
        <p:spPr>
          <a:xfrm>
            <a:off x="699247" y="4672526"/>
            <a:ext cx="2362200" cy="112637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Rectángulo redondeado 5"/>
          <p:cNvSpPr/>
          <p:nvPr/>
        </p:nvSpPr>
        <p:spPr>
          <a:xfrm>
            <a:off x="2714065" y="1501635"/>
            <a:ext cx="3321423" cy="157648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7" name="Rectángulo redondeado 6">
            <a:hlinkClick r:id="rId2" action="ppaction://hlinksldjump"/>
          </p:cNvPr>
          <p:cNvSpPr/>
          <p:nvPr/>
        </p:nvSpPr>
        <p:spPr>
          <a:xfrm>
            <a:off x="5570444" y="2676922"/>
            <a:ext cx="2362200" cy="1126378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8" name="Rectángulo redondeado 7"/>
          <p:cNvSpPr/>
          <p:nvPr/>
        </p:nvSpPr>
        <p:spPr>
          <a:xfrm>
            <a:off x="838200" y="2904099"/>
            <a:ext cx="2362200" cy="112637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9" name="Elipse 8"/>
          <p:cNvSpPr/>
          <p:nvPr/>
        </p:nvSpPr>
        <p:spPr>
          <a:xfrm>
            <a:off x="699247" y="5100778"/>
            <a:ext cx="2370044" cy="175722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0" name="Cara sonriente 9"/>
          <p:cNvSpPr/>
          <p:nvPr/>
        </p:nvSpPr>
        <p:spPr>
          <a:xfrm>
            <a:off x="8083923" y="279541"/>
            <a:ext cx="4030756" cy="6161600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2" name="Cara sonriente 11"/>
          <p:cNvSpPr/>
          <p:nvPr/>
        </p:nvSpPr>
        <p:spPr>
          <a:xfrm>
            <a:off x="3737162" y="4103806"/>
            <a:ext cx="1223682" cy="864252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3571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repeatCount="300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3" presetClass="path" presetSubtype="0" repeatCount="500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.216 L -0.125 0.216 L 0 0 Z" pathEditMode="relative" ptsTypes="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1000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repeatCount="1000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repeatCount="300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4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8" grpId="0" animBg="1"/>
      <p:bldP spid="10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smtClean="0"/>
              <a:t>Ganaste</a:t>
            </a:r>
            <a:br>
              <a:rPr lang="es-CR" dirty="0" smtClean="0"/>
            </a:b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Cara sonriente 3">
            <a:hlinkClick r:id="rId2" action="ppaction://hlinksldjump"/>
          </p:cNvPr>
          <p:cNvSpPr/>
          <p:nvPr/>
        </p:nvSpPr>
        <p:spPr>
          <a:xfrm>
            <a:off x="3321424" y="968189"/>
            <a:ext cx="4289612" cy="3119717"/>
          </a:xfrm>
          <a:prstGeom prst="smileyFac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El premio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71214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smtClean="0"/>
              <a:t>Perdiste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Cara sonriente 3">
            <a:hlinkClick r:id="rId2" action="ppaction://hlinksldjump"/>
          </p:cNvPr>
          <p:cNvSpPr/>
          <p:nvPr/>
        </p:nvSpPr>
        <p:spPr>
          <a:xfrm>
            <a:off x="3765177" y="871070"/>
            <a:ext cx="3980330" cy="3523130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>
                <a:solidFill>
                  <a:schemeClr val="bg1"/>
                </a:solidFill>
              </a:rPr>
              <a:t>Intentar de nuevo</a:t>
            </a:r>
            <a:endParaRPr lang="es-C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80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172</TotalTime>
  <Words>9</Words>
  <Application>Microsoft Office PowerPoint</Application>
  <PresentationFormat>Panorámica</PresentationFormat>
  <Paragraphs>6</Paragraphs>
  <Slides>8</Slides>
  <Notes>0</Notes>
  <HiddenSlides>7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Sector</vt:lpstr>
      <vt:lpstr>Juego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Ganaste </vt:lpstr>
      <vt:lpstr>Perdiste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Cuarto Desarrollo</dc:creator>
  <cp:lastModifiedBy>Cuarto Desarrollo</cp:lastModifiedBy>
  <cp:revision>15</cp:revision>
  <dcterms:created xsi:type="dcterms:W3CDTF">2019-02-15T14:24:44Z</dcterms:created>
  <dcterms:modified xsi:type="dcterms:W3CDTF">2019-03-15T22:25:13Z</dcterms:modified>
</cp:coreProperties>
</file>
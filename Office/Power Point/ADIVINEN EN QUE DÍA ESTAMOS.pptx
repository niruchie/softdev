
<file path=[Content_Types].xml><?xml version="1.0" encoding="utf-8"?>
<Types xmlns="http://schemas.openxmlformats.org/package/2006/content-types">
  <Default Extension="mp3" ContentType="audio/m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79A11A7-C709-4BE9-95DB-8DECDC60DE5C}" type="datetimeFigureOut">
              <a:rPr lang="es-CR" smtClean="0"/>
              <a:t>28/02/2019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46232795"/>
      </p:ext>
    </p:extLst>
  </p:cSld>
  <p:clrMapOvr>
    <a:masterClrMapping/>
  </p:clrMapOvr>
  <p:transition spd="slow">
    <p:check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28/02/2019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063705254"/>
      </p:ext>
    </p:extLst>
  </p:cSld>
  <p:clrMapOvr>
    <a:masterClrMapping/>
  </p:clrMapOvr>
  <p:transition spd="slow">
    <p:check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28/02/2019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994940633"/>
      </p:ext>
    </p:extLst>
  </p:cSld>
  <p:clrMapOvr>
    <a:masterClrMapping/>
  </p:clrMapOvr>
  <p:transition spd="slow">
    <p:check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28/02/2019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56513551"/>
      </p:ext>
    </p:extLst>
  </p:cSld>
  <p:clrMapOvr>
    <a:masterClrMapping/>
  </p:clrMapOvr>
  <p:transition spd="slow">
    <p:check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28/02/2019</a:t>
            </a:fld>
            <a:endParaRPr lang="es-C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268500813"/>
      </p:ext>
    </p:extLst>
  </p:cSld>
  <p:clrMapOvr>
    <a:masterClrMapping/>
  </p:clrMapOvr>
  <p:transition spd="slow">
    <p:check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28/02/2019</a:t>
            </a:fld>
            <a:endParaRPr lang="es-C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332401013"/>
      </p:ext>
    </p:extLst>
  </p:cSld>
  <p:clrMapOvr>
    <a:masterClrMapping/>
  </p:clrMapOvr>
  <p:transition spd="slow">
    <p:check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28/02/2019</a:t>
            </a:fld>
            <a:endParaRPr lang="es-C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804007375"/>
      </p:ext>
    </p:extLst>
  </p:cSld>
  <p:clrMapOvr>
    <a:masterClrMapping/>
  </p:clrMapOvr>
  <p:transition spd="slow">
    <p:check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28/02/2019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336173930"/>
      </p:ext>
    </p:extLst>
  </p:cSld>
  <p:clrMapOvr>
    <a:masterClrMapping/>
  </p:clrMapOvr>
  <p:transition spd="slow">
    <p:check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28/02/2019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43926351"/>
      </p:ext>
    </p:extLst>
  </p:cSld>
  <p:clrMapOvr>
    <a:masterClrMapping/>
  </p:clrMapOvr>
  <p:transition spd="slow">
    <p:check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28/02/2019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55285725"/>
      </p:ext>
    </p:extLst>
  </p:cSld>
  <p:clrMapOvr>
    <a:masterClrMapping/>
  </p:clrMapOvr>
  <p:transition spd="slow">
    <p:check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28/02/2019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82101538"/>
      </p:ext>
    </p:extLst>
  </p:cSld>
  <p:clrMapOvr>
    <a:masterClrMapping/>
  </p:clrMapOvr>
  <p:transition spd="slow">
    <p:check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28/02/2019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67157294"/>
      </p:ext>
    </p:extLst>
  </p:cSld>
  <p:clrMapOvr>
    <a:masterClrMapping/>
  </p:clrMapOvr>
  <p:transition spd="slow">
    <p:check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28/02/2019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83150795"/>
      </p:ext>
    </p:extLst>
  </p:cSld>
  <p:clrMapOvr>
    <a:masterClrMapping/>
  </p:clrMapOvr>
  <p:transition spd="slow">
    <p:checker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28/02/2019</a:t>
            </a:fld>
            <a:endParaRPr lang="es-C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52632218"/>
      </p:ext>
    </p:extLst>
  </p:cSld>
  <p:clrMapOvr>
    <a:masterClrMapping/>
  </p:clrMapOvr>
  <p:transition spd="slow">
    <p:checker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28/02/2019</a:t>
            </a:fld>
            <a:endParaRPr lang="es-C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s-C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30271832"/>
      </p:ext>
    </p:extLst>
  </p:cSld>
  <p:clrMapOvr>
    <a:masterClrMapping/>
  </p:clrMapOvr>
  <p:transition spd="slow">
    <p:check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79A11A7-C709-4BE9-95DB-8DECDC60DE5C}" type="datetimeFigureOut">
              <a:rPr lang="es-CR" smtClean="0"/>
              <a:t>28/02/2019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239961653"/>
      </p:ext>
    </p:extLst>
  </p:cSld>
  <p:clrMapOvr>
    <a:masterClrMapping/>
  </p:clrMapOvr>
  <p:transition spd="slow">
    <p:checker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79A11A7-C709-4BE9-95DB-8DECDC60DE5C}" type="datetimeFigureOut">
              <a:rPr lang="es-CR" smtClean="0"/>
              <a:t>28/02/2019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383849246"/>
      </p:ext>
    </p:extLst>
  </p:cSld>
  <p:clrMapOvr>
    <a:masterClrMapping/>
  </p:clrMapOvr>
  <p:transition spd="slow">
    <p:check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79A11A7-C709-4BE9-95DB-8DECDC60DE5C}" type="datetimeFigureOut">
              <a:rPr lang="es-CR" smtClean="0"/>
              <a:t>28/02/2019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s-CR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723074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ransition spd="slow">
    <p:checker/>
  </p:transition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jpe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2.png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2.jpe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g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jp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2.pn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ln>
            <a:solidFill>
              <a:srgbClr val="FFFF00"/>
            </a:solidFill>
          </a:ln>
        </p:spPr>
        <p:txBody>
          <a:bodyPr/>
          <a:lstStyle/>
          <a:p>
            <a:r>
              <a:rPr lang="es-CR">
                <a:latin typeface="Cooper Black" panose="0208090404030B020404" pitchFamily="18" charset="0"/>
              </a:rPr>
              <a:t> </a:t>
            </a:r>
            <a:r>
              <a:rPr lang="es-CR" dirty="0"/>
              <a:t/>
            </a:r>
            <a:br>
              <a:rPr lang="es-CR" dirty="0"/>
            </a:br>
            <a:endParaRPr lang="es-C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Por: Manuel Enrique Báez Sanabria</a:t>
            </a:r>
          </a:p>
        </p:txBody>
      </p:sp>
      <p:pic>
        <p:nvPicPr>
          <p:cNvPr id="7" name="E589EB7">
            <a:hlinkClick r:id="" action="ppaction://media"/>
            <a:extLst>
              <a:ext uri="{FF2B5EF4-FFF2-40B4-BE49-F238E27FC236}">
                <a16:creationId xmlns:a16="http://schemas.microsoft.com/office/drawing/2014/main" id="{3E60CBA9-C607-4203-9BE7-1A7AC064A47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11141.9166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2000" y="197617"/>
            <a:ext cx="487363" cy="48736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B56224E-6086-45F1-A1D9-010FBF777B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526" y="2971879"/>
            <a:ext cx="4502202" cy="16583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2450233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¿Cuándo nació?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6096" y="1888047"/>
            <a:ext cx="2773102" cy="951069"/>
          </a:xfrm>
        </p:spPr>
        <p:txBody>
          <a:bodyPr/>
          <a:lstStyle/>
          <a:p>
            <a:r>
              <a:rPr lang="es-CR" dirty="0"/>
              <a:t>Evolución</a:t>
            </a:r>
          </a:p>
        </p:txBody>
      </p:sp>
      <p:pic>
        <p:nvPicPr>
          <p:cNvPr id="4" name="899BF94C">
            <a:hlinkClick r:id="" action="ppaction://media"/>
            <a:extLst>
              <a:ext uri="{FF2B5EF4-FFF2-40B4-BE49-F238E27FC236}">
                <a16:creationId xmlns:a16="http://schemas.microsoft.com/office/drawing/2014/main" id="{9B4AB30A-DFA4-42AF-A439-9FF6449C8F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487363" y="68295"/>
            <a:ext cx="487363" cy="4873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7357571-74DC-4A0A-B310-2B53A58C1D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40" y="2278129"/>
            <a:ext cx="2162175" cy="211455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DAA8D8D-86DF-47E9-807E-8D72D7F26A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232" y="2363581"/>
            <a:ext cx="3724275" cy="122872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B920FDF-D662-4702-A930-FD9740DC7E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486" y="2278129"/>
            <a:ext cx="2847975" cy="16002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57AF26A8-4242-4A5C-95B5-775BA91E16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361" y="5172075"/>
            <a:ext cx="2705100" cy="1685925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75FD59E1-9F7C-4E21-A30B-7C9F0479173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959" y="3740254"/>
            <a:ext cx="1301115" cy="130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140143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3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AB51F-8605-46F8-B0FE-1C595511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Generaciones Recientes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233144D1-CE70-4D96-A04D-962DF20377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73" y="2290354"/>
            <a:ext cx="2553788" cy="2553788"/>
          </a:xfr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A7C2473-57B0-4B7E-9CB1-823411B8AF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229" y="3429000"/>
            <a:ext cx="1590675" cy="28765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F6263DC-A28F-497A-8948-ECBF2A31D8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306" y="2371476"/>
            <a:ext cx="2952750" cy="15525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863EC35-F89B-43E7-AB8B-1C714CE958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152" y="4336083"/>
            <a:ext cx="2203813" cy="123413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23681B1-C110-42C9-A0A1-A74AC95EA7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875" y="4019550"/>
            <a:ext cx="1847850" cy="2476500"/>
          </a:xfrm>
          <a:prstGeom prst="rect">
            <a:avLst/>
          </a:prstGeom>
        </p:spPr>
      </p:pic>
      <p:pic>
        <p:nvPicPr>
          <p:cNvPr id="12" name="899BF94C">
            <a:hlinkClick r:id="" action="ppaction://media"/>
            <a:extLst>
              <a:ext uri="{FF2B5EF4-FFF2-40B4-BE49-F238E27FC236}">
                <a16:creationId xmlns:a16="http://schemas.microsoft.com/office/drawing/2014/main" id="{BA3AEC6C-7495-4C81-B291-066595159F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487363" y="6829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367349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3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Juegos Secundarios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err="1"/>
              <a:t>Ranger</a:t>
            </a:r>
            <a:endParaRPr lang="es-CR" dirty="0"/>
          </a:p>
          <a:p>
            <a:r>
              <a:rPr lang="es-CR" dirty="0" err="1"/>
              <a:t>Dungeon</a:t>
            </a:r>
            <a:r>
              <a:rPr lang="es-CR" dirty="0"/>
              <a:t> </a:t>
            </a:r>
            <a:r>
              <a:rPr lang="es-CR" dirty="0" err="1"/>
              <a:t>Mystery</a:t>
            </a:r>
            <a:endParaRPr lang="es-CR" dirty="0"/>
          </a:p>
          <a:p>
            <a:r>
              <a:rPr lang="es-CR" dirty="0" err="1"/>
              <a:t>Conquest</a:t>
            </a:r>
            <a:endParaRPr lang="es-CR" dirty="0"/>
          </a:p>
          <a:p>
            <a:r>
              <a:rPr lang="es-CR" dirty="0" err="1"/>
              <a:t>Rumble</a:t>
            </a:r>
            <a:endParaRPr lang="es-CR" dirty="0"/>
          </a:p>
          <a:p>
            <a:endParaRPr lang="es-CR" dirty="0"/>
          </a:p>
          <a:p>
            <a:endParaRPr lang="es-C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349E268-7CB1-4B8E-A3BD-0DAC1BB5E9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268" y="2292350"/>
            <a:ext cx="2257425" cy="20193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057D870-FF67-4A45-974A-9752DCFDCE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336" y="4151676"/>
            <a:ext cx="1790700" cy="254317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7FB7102-1B31-4DC2-B97C-045F4A7A93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4888" y="4511040"/>
            <a:ext cx="2389988" cy="212889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E7A3B6E-B30B-4BBD-B852-5B086B7ED7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989" y="4722237"/>
            <a:ext cx="2794000" cy="1917700"/>
          </a:xfrm>
          <a:prstGeom prst="rect">
            <a:avLst/>
          </a:prstGeom>
        </p:spPr>
      </p:pic>
      <p:pic>
        <p:nvPicPr>
          <p:cNvPr id="9" name="899BF94C">
            <a:hlinkClick r:id="" action="ppaction://media"/>
            <a:extLst>
              <a:ext uri="{FF2B5EF4-FFF2-40B4-BE49-F238E27FC236}">
                <a16:creationId xmlns:a16="http://schemas.microsoft.com/office/drawing/2014/main" id="{90485192-FBA7-4C86-8DAA-428E881AF9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487363" y="6829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782674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3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Competitivo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54955" y="2603500"/>
            <a:ext cx="1935976" cy="1749559"/>
          </a:xfrm>
        </p:spPr>
        <p:txBody>
          <a:bodyPr/>
          <a:lstStyle/>
          <a:p>
            <a:r>
              <a:rPr lang="es-CR" dirty="0" err="1"/>
              <a:t>Ev´s</a:t>
            </a:r>
            <a:endParaRPr lang="es-CR" dirty="0"/>
          </a:p>
          <a:p>
            <a:r>
              <a:rPr lang="es-CR" dirty="0" err="1"/>
              <a:t>Iv´s</a:t>
            </a:r>
            <a:endParaRPr lang="es-CR" dirty="0"/>
          </a:p>
          <a:p>
            <a:r>
              <a:rPr lang="es-CR" dirty="0"/>
              <a:t>Naturaleza</a:t>
            </a:r>
          </a:p>
          <a:p>
            <a:r>
              <a:rPr lang="es-CR" dirty="0" err="1"/>
              <a:t>Stats</a:t>
            </a:r>
            <a:endParaRPr lang="es-CR" dirty="0"/>
          </a:p>
          <a:p>
            <a:endParaRPr lang="es-C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1CCDA7-1471-49CE-80C2-E2AD620417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262" y="2603500"/>
            <a:ext cx="2936569" cy="211654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876819B-1AA3-4796-946E-B5D0A5F806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54" y="4223658"/>
            <a:ext cx="2583789" cy="247173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0E24E39-5F9A-4EDA-95B8-E87A5AC8C5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298" y="2601929"/>
            <a:ext cx="2010773" cy="2010773"/>
          </a:xfrm>
          <a:prstGeom prst="rect">
            <a:avLst/>
          </a:prstGeom>
        </p:spPr>
      </p:pic>
      <p:pic>
        <p:nvPicPr>
          <p:cNvPr id="9" name="899BF94C">
            <a:hlinkClick r:id="" action="ppaction://media"/>
            <a:extLst>
              <a:ext uri="{FF2B5EF4-FFF2-40B4-BE49-F238E27FC236}">
                <a16:creationId xmlns:a16="http://schemas.microsoft.com/office/drawing/2014/main" id="{CCB1863A-C843-487C-891D-55BB71FD3D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487363" y="6829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911927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3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Impacto Social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ED96841-D952-44C9-8786-4452CD9127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74" y="2748234"/>
            <a:ext cx="3107179" cy="1762125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C2C35FC-36B6-4ABB-98B0-6173C4B211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2748234"/>
            <a:ext cx="2590800" cy="1762125"/>
          </a:xfrm>
          <a:prstGeom prst="rect">
            <a:avLst/>
          </a:prstGeom>
        </p:spPr>
      </p:pic>
      <p:pic>
        <p:nvPicPr>
          <p:cNvPr id="8" name="899BF94C">
            <a:hlinkClick r:id="" action="ppaction://media"/>
            <a:extLst>
              <a:ext uri="{FF2B5EF4-FFF2-40B4-BE49-F238E27FC236}">
                <a16:creationId xmlns:a16="http://schemas.microsoft.com/office/drawing/2014/main" id="{89C08DFA-0305-4A29-9E23-79C2E21460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87363" y="6829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478059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3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54954" y="2099733"/>
            <a:ext cx="9431479" cy="2677648"/>
          </a:xfrm>
          <a:ln>
            <a:solidFill>
              <a:srgbClr val="FFFF00"/>
            </a:solidFill>
          </a:ln>
        </p:spPr>
        <p:txBody>
          <a:bodyPr/>
          <a:lstStyle/>
          <a:p>
            <a:r>
              <a:rPr lang="es-CR" dirty="0">
                <a:latin typeface="Cooper Black" panose="0208090404030B020404" pitchFamily="18" charset="0"/>
              </a:rPr>
              <a:t> </a:t>
            </a:r>
            <a:r>
              <a:rPr lang="es-CR" dirty="0"/>
              <a:t/>
            </a:r>
            <a:br>
              <a:rPr lang="es-CR" dirty="0"/>
            </a:br>
            <a:r>
              <a:rPr lang="es-CR" dirty="0"/>
              <a:t>Globalización y Tecnología: Su Efecto en los últimos 20 Años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Por: Manuel Enrique Báez Sanabria</a:t>
            </a:r>
          </a:p>
        </p:txBody>
      </p:sp>
    </p:spTree>
    <p:extLst>
      <p:ext uri="{BB962C8B-B14F-4D97-AF65-F5344CB8AC3E}">
        <p14:creationId xmlns:p14="http://schemas.microsoft.com/office/powerpoint/2010/main" val="3561316669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4A783-FFFF-46B4-A1FD-B3BEE2EF1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¿Cómo afecta?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C3D97678-48AF-492C-903A-4F05F65AF4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395" y="5236483"/>
            <a:ext cx="2952750" cy="1552575"/>
          </a:xfr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4AF5105-81A8-4C16-A1BE-E855A39D81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000" y="2603500"/>
            <a:ext cx="2010773" cy="201077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7D8609D-EEC9-43E3-9093-9F0CD87C41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825" y="2551611"/>
            <a:ext cx="2162175" cy="211455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B565305-DB4C-420C-A83D-275455785F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789" y="3037386"/>
            <a:ext cx="2800350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32035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Personalizado 1">
      <a:dk1>
        <a:srgbClr val="000000"/>
      </a:dk1>
      <a:lt1>
        <a:sysClr val="window" lastClr="FFFFFF"/>
      </a:lt1>
      <a:dk2>
        <a:srgbClr val="00B0F0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Sala de reuniones 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de reuniones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1872</TotalTime>
  <Words>39</Words>
  <Application>Microsoft Office PowerPoint</Application>
  <PresentationFormat>Panorámica</PresentationFormat>
  <Paragraphs>19</Paragraphs>
  <Slides>8</Slides>
  <Notes>0</Notes>
  <HiddenSlides>0</HiddenSlides>
  <MMClips>6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Cooper Black</vt:lpstr>
      <vt:lpstr>Wingdings 3</vt:lpstr>
      <vt:lpstr>Sala de reuniones Ion</vt:lpstr>
      <vt:lpstr>  </vt:lpstr>
      <vt:lpstr>¿Cuándo nació?</vt:lpstr>
      <vt:lpstr>Generaciones Recientes</vt:lpstr>
      <vt:lpstr>Juegos Secundarios </vt:lpstr>
      <vt:lpstr>Competitivo</vt:lpstr>
      <vt:lpstr>Impacto Social</vt:lpstr>
      <vt:lpstr>  Globalización y Tecnología: Su Efecto en los últimos 20 Años</vt:lpstr>
      <vt:lpstr>¿Cómo afecta?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Cuarto Desarrollo</dc:creator>
  <cp:lastModifiedBy>Cuarto Desarrollo</cp:lastModifiedBy>
  <cp:revision>20</cp:revision>
  <dcterms:created xsi:type="dcterms:W3CDTF">2019-02-22T21:17:41Z</dcterms:created>
  <dcterms:modified xsi:type="dcterms:W3CDTF">2019-02-28T16:50:37Z</dcterms:modified>
</cp:coreProperties>
</file>
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66" r:id="rId4"/>
    <p:sldId id="258" r:id="rId5"/>
    <p:sldId id="267" r:id="rId6"/>
    <p:sldId id="259" r:id="rId7"/>
    <p:sldId id="268" r:id="rId8"/>
    <p:sldId id="260" r:id="rId9"/>
    <p:sldId id="269" r:id="rId10"/>
    <p:sldId id="270" r:id="rId11"/>
    <p:sldId id="276" r:id="rId12"/>
    <p:sldId id="271" r:id="rId13"/>
    <p:sldId id="277" r:id="rId14"/>
    <p:sldId id="272" r:id="rId15"/>
    <p:sldId id="278" r:id="rId16"/>
    <p:sldId id="273" r:id="rId17"/>
    <p:sldId id="279" r:id="rId18"/>
    <p:sldId id="274" r:id="rId19"/>
    <p:sldId id="280" r:id="rId20"/>
    <p:sldId id="275" r:id="rId21"/>
    <p:sldId id="281" r:id="rId22"/>
    <p:sldId id="261" r:id="rId23"/>
    <p:sldId id="262" r:id="rId24"/>
    <p:sldId id="263" r:id="rId25"/>
    <p:sldId id="282" r:id="rId26"/>
  </p:sldIdLst>
  <p:sldSz cx="12192000" cy="6858000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50" autoAdjust="0"/>
    <p:restoredTop sz="94660"/>
  </p:normalViewPr>
  <p:slideViewPr>
    <p:cSldViewPr snapToGrid="0">
      <p:cViewPr varScale="1">
        <p:scale>
          <a:sx n="74" d="100"/>
          <a:sy n="74" d="100"/>
        </p:scale>
        <p:origin x="63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1A287-BFA2-4773-838F-24E052D05D38}" type="datetimeFigureOut">
              <a:rPr lang="es-CR" smtClean="0"/>
              <a:t>15/02/2019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5F115-9B29-4E87-B92B-DA62EA88CAA4}" type="slidenum">
              <a:rPr lang="es-CR" smtClean="0"/>
              <a:t>‹Nº›</a:t>
            </a:fld>
            <a:endParaRPr lang="es-CR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229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1A287-BFA2-4773-838F-24E052D05D38}" type="datetimeFigureOut">
              <a:rPr lang="es-CR" smtClean="0"/>
              <a:t>15/02/2019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5F115-9B29-4E87-B92B-DA62EA88CAA4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872405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1A287-BFA2-4773-838F-24E052D05D38}" type="datetimeFigureOut">
              <a:rPr lang="es-CR" smtClean="0"/>
              <a:t>15/02/2019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5F115-9B29-4E87-B92B-DA62EA88CAA4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438817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1A287-BFA2-4773-838F-24E052D05D38}" type="datetimeFigureOut">
              <a:rPr lang="es-CR" smtClean="0"/>
              <a:t>15/02/2019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5F115-9B29-4E87-B92B-DA62EA88CAA4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487849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1A287-BFA2-4773-838F-24E052D05D38}" type="datetimeFigureOut">
              <a:rPr lang="es-CR" smtClean="0"/>
              <a:t>15/02/2019</a:t>
            </a:fld>
            <a:endParaRPr lang="es-C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5F115-9B29-4E87-B92B-DA62EA88CAA4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322043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1A287-BFA2-4773-838F-24E052D05D38}" type="datetimeFigureOut">
              <a:rPr lang="es-CR" smtClean="0"/>
              <a:t>15/02/2019</a:t>
            </a:fld>
            <a:endParaRPr lang="es-C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5F115-9B29-4E87-B92B-DA62EA88CAA4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937429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1A287-BFA2-4773-838F-24E052D05D38}" type="datetimeFigureOut">
              <a:rPr lang="es-CR" smtClean="0"/>
              <a:t>15/02/2019</a:t>
            </a:fld>
            <a:endParaRPr lang="es-C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5F115-9B29-4E87-B92B-DA62EA88CAA4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789920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1A287-BFA2-4773-838F-24E052D05D38}" type="datetimeFigureOut">
              <a:rPr lang="es-CR" smtClean="0"/>
              <a:t>15/02/2019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5F115-9B29-4E87-B92B-DA62EA88CAA4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475746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1A287-BFA2-4773-838F-24E052D05D38}" type="datetimeFigureOut">
              <a:rPr lang="es-CR" smtClean="0"/>
              <a:t>15/02/2019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5F115-9B29-4E87-B92B-DA62EA88CAA4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748088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1A287-BFA2-4773-838F-24E052D05D38}" type="datetimeFigureOut">
              <a:rPr lang="es-CR" smtClean="0"/>
              <a:t>15/02/2019</a:t>
            </a:fld>
            <a:endParaRPr lang="es-C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5F115-9B29-4E87-B92B-DA62EA88CAA4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328809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1A287-BFA2-4773-838F-24E052D05D38}" type="datetimeFigureOut">
              <a:rPr lang="es-CR" smtClean="0"/>
              <a:t>15/02/2019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5F115-9B29-4E87-B92B-DA62EA88CAA4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3826848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1A287-BFA2-4773-838F-24E052D05D38}" type="datetimeFigureOut">
              <a:rPr lang="es-CR" smtClean="0"/>
              <a:t>15/02/2019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5F115-9B29-4E87-B92B-DA62EA88CAA4}" type="slidenum">
              <a:rPr lang="es-CR" smtClean="0"/>
              <a:t>‹Nº›</a:t>
            </a:fld>
            <a:endParaRPr lang="es-CR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375517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1A287-BFA2-4773-838F-24E052D05D38}" type="datetimeFigureOut">
              <a:rPr lang="es-CR" smtClean="0"/>
              <a:t>15/02/2019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5F115-9B29-4E87-B92B-DA62EA88CAA4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9406115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1A287-BFA2-4773-838F-24E052D05D38}" type="datetimeFigureOut">
              <a:rPr lang="es-CR" smtClean="0"/>
              <a:t>15/02/2019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5F115-9B29-4E87-B92B-DA62EA88CAA4}" type="slidenum">
              <a:rPr lang="es-CR" smtClean="0"/>
              <a:t>‹Nº›</a:t>
            </a:fld>
            <a:endParaRPr lang="es-CR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450192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1A287-BFA2-4773-838F-24E052D05D38}" type="datetimeFigureOut">
              <a:rPr lang="es-CR" smtClean="0"/>
              <a:t>15/02/2019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5F115-9B29-4E87-B92B-DA62EA88CAA4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8723107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1A287-BFA2-4773-838F-24E052D05D38}" type="datetimeFigureOut">
              <a:rPr lang="es-CR" smtClean="0"/>
              <a:t>15/02/2019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5F115-9B29-4E87-B92B-DA62EA88CAA4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1125439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1A287-BFA2-4773-838F-24E052D05D38}" type="datetimeFigureOut">
              <a:rPr lang="es-CR" smtClean="0"/>
              <a:t>15/02/2019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5F115-9B29-4E87-B92B-DA62EA88CAA4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283010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7A1A287-BFA2-4773-838F-24E052D05D38}" type="datetimeFigureOut">
              <a:rPr lang="es-CR" smtClean="0"/>
              <a:t>15/02/2019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FA5F115-9B29-4E87-B92B-DA62EA88CAA4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7208217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5.xml"/><Relationship Id="rId4" Type="http://schemas.openxmlformats.org/officeDocument/2006/relationships/slide" Target="slide2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2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24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1.xml"/><Relationship Id="rId4" Type="http://schemas.openxmlformats.org/officeDocument/2006/relationships/slide" Target="slide2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2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959F75-6804-46D9-A772-AA3E02B439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R" dirty="0"/>
              <a:t>Preguntas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239D4C2-2DAB-4C23-A502-A73A4AC345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11920298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276BC0-8909-4667-9969-C7B7C3FAA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469" y="456245"/>
            <a:ext cx="8534400" cy="1507067"/>
          </a:xfrm>
        </p:spPr>
        <p:txBody>
          <a:bodyPr/>
          <a:lstStyle/>
          <a:p>
            <a:r>
              <a:rPr lang="es-CR" dirty="0"/>
              <a:t>¿Por qué Mario tiene memes en su aula?</a:t>
            </a:r>
          </a:p>
        </p:txBody>
      </p:sp>
      <p:sp>
        <p:nvSpPr>
          <p:cNvPr id="4" name="Flecha: pentágono 3">
            <a:hlinkClick r:id="rId2" action="ppaction://hlinksldjump"/>
            <a:extLst>
              <a:ext uri="{FF2B5EF4-FFF2-40B4-BE49-F238E27FC236}">
                <a16:creationId xmlns:a16="http://schemas.microsoft.com/office/drawing/2014/main" id="{7B33222B-11CC-4A92-B6C5-F14AA7BBF311}"/>
              </a:ext>
            </a:extLst>
          </p:cNvPr>
          <p:cNvSpPr/>
          <p:nvPr/>
        </p:nvSpPr>
        <p:spPr>
          <a:xfrm>
            <a:off x="1630017" y="2584174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 que puede</a:t>
            </a:r>
          </a:p>
        </p:txBody>
      </p:sp>
      <p:sp>
        <p:nvSpPr>
          <p:cNvPr id="6" name="Flecha: pentágono 5">
            <a:hlinkClick r:id="rId3" action="ppaction://hlinksldjump"/>
            <a:extLst>
              <a:ext uri="{FF2B5EF4-FFF2-40B4-BE49-F238E27FC236}">
                <a16:creationId xmlns:a16="http://schemas.microsoft.com/office/drawing/2014/main" id="{27216219-D779-4E54-9A07-C77EAE8C1CB7}"/>
              </a:ext>
            </a:extLst>
          </p:cNvPr>
          <p:cNvSpPr/>
          <p:nvPr/>
        </p:nvSpPr>
        <p:spPr>
          <a:xfrm>
            <a:off x="1630017" y="3876261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Por que le apetece</a:t>
            </a:r>
          </a:p>
        </p:txBody>
      </p:sp>
      <p:sp>
        <p:nvSpPr>
          <p:cNvPr id="9" name="Diagrama de flujo: proceso alternativo 8">
            <a:hlinkClick r:id="rId4" action="ppaction://hlinksldjump"/>
            <a:extLst>
              <a:ext uri="{FF2B5EF4-FFF2-40B4-BE49-F238E27FC236}">
                <a16:creationId xmlns:a16="http://schemas.microsoft.com/office/drawing/2014/main" id="{46FF5F56-9127-4E6F-9AB2-BD4BA519F4A0}"/>
              </a:ext>
            </a:extLst>
          </p:cNvPr>
          <p:cNvSpPr/>
          <p:nvPr/>
        </p:nvSpPr>
        <p:spPr>
          <a:xfrm>
            <a:off x="4784035" y="3429000"/>
            <a:ext cx="1643269" cy="54996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50/50</a:t>
            </a:r>
          </a:p>
        </p:txBody>
      </p:sp>
      <p:sp>
        <p:nvSpPr>
          <p:cNvPr id="10" name="Flecha: pentágono 9">
            <a:hlinkClick r:id="rId3" action="ppaction://hlinksldjump"/>
            <a:extLst>
              <a:ext uri="{FF2B5EF4-FFF2-40B4-BE49-F238E27FC236}">
                <a16:creationId xmlns:a16="http://schemas.microsoft.com/office/drawing/2014/main" id="{98845148-4AF2-4507-BA20-966C750B0C0C}"/>
              </a:ext>
            </a:extLst>
          </p:cNvPr>
          <p:cNvSpPr/>
          <p:nvPr/>
        </p:nvSpPr>
        <p:spPr>
          <a:xfrm>
            <a:off x="6751982" y="2584174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 le gusta</a:t>
            </a:r>
          </a:p>
        </p:txBody>
      </p:sp>
      <p:sp>
        <p:nvSpPr>
          <p:cNvPr id="11" name="Flecha: pentágono 10">
            <a:hlinkClick r:id="rId3" action="ppaction://hlinksldjump"/>
            <a:extLst>
              <a:ext uri="{FF2B5EF4-FFF2-40B4-BE49-F238E27FC236}">
                <a16:creationId xmlns:a16="http://schemas.microsoft.com/office/drawing/2014/main" id="{E5C95BB2-A0E9-4027-84AF-048B8D66FD1D}"/>
              </a:ext>
            </a:extLst>
          </p:cNvPr>
          <p:cNvSpPr/>
          <p:nvPr/>
        </p:nvSpPr>
        <p:spPr>
          <a:xfrm>
            <a:off x="6751982" y="3978965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Ninguna de las anteriores</a:t>
            </a:r>
          </a:p>
        </p:txBody>
      </p:sp>
    </p:spTree>
    <p:extLst>
      <p:ext uri="{BB962C8B-B14F-4D97-AF65-F5344CB8AC3E}">
        <p14:creationId xmlns:p14="http://schemas.microsoft.com/office/powerpoint/2010/main" val="61446814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276BC0-8909-4667-9969-C7B7C3FAA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56245"/>
            <a:ext cx="8534400" cy="1507067"/>
          </a:xfrm>
        </p:spPr>
        <p:txBody>
          <a:bodyPr/>
          <a:lstStyle/>
          <a:p>
            <a:r>
              <a:rPr lang="es-CR" dirty="0"/>
              <a:t>¿Por qué Mario tiene memes en su aula?</a:t>
            </a:r>
          </a:p>
        </p:txBody>
      </p:sp>
      <p:sp>
        <p:nvSpPr>
          <p:cNvPr id="4" name="Flecha: pentágono 3">
            <a:hlinkClick r:id="rId2" action="ppaction://hlinksldjump"/>
            <a:extLst>
              <a:ext uri="{FF2B5EF4-FFF2-40B4-BE49-F238E27FC236}">
                <a16:creationId xmlns:a16="http://schemas.microsoft.com/office/drawing/2014/main" id="{7B33222B-11CC-4A92-B6C5-F14AA7BBF311}"/>
              </a:ext>
            </a:extLst>
          </p:cNvPr>
          <p:cNvSpPr/>
          <p:nvPr/>
        </p:nvSpPr>
        <p:spPr>
          <a:xfrm>
            <a:off x="1630017" y="2584174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 que puede</a:t>
            </a:r>
          </a:p>
        </p:txBody>
      </p:sp>
      <p:sp>
        <p:nvSpPr>
          <p:cNvPr id="11" name="Flecha: pentágono 10">
            <a:hlinkClick r:id="rId3" action="ppaction://hlinksldjump"/>
            <a:extLst>
              <a:ext uri="{FF2B5EF4-FFF2-40B4-BE49-F238E27FC236}">
                <a16:creationId xmlns:a16="http://schemas.microsoft.com/office/drawing/2014/main" id="{E5C95BB2-A0E9-4027-84AF-048B8D66FD1D}"/>
              </a:ext>
            </a:extLst>
          </p:cNvPr>
          <p:cNvSpPr/>
          <p:nvPr/>
        </p:nvSpPr>
        <p:spPr>
          <a:xfrm>
            <a:off x="6751982" y="3978965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Ninguna de las anteriores</a:t>
            </a:r>
          </a:p>
        </p:txBody>
      </p:sp>
    </p:spTree>
    <p:extLst>
      <p:ext uri="{BB962C8B-B14F-4D97-AF65-F5344CB8AC3E}">
        <p14:creationId xmlns:p14="http://schemas.microsoft.com/office/powerpoint/2010/main" val="28415749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55EDF0-7519-43EC-AB63-810402503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469" y="214243"/>
            <a:ext cx="8534400" cy="1507067"/>
          </a:xfrm>
        </p:spPr>
        <p:txBody>
          <a:bodyPr/>
          <a:lstStyle/>
          <a:p>
            <a:r>
              <a:rPr lang="es-CR" dirty="0"/>
              <a:t>¿Esta pregunta tiene sentido?</a:t>
            </a:r>
          </a:p>
        </p:txBody>
      </p:sp>
      <p:sp>
        <p:nvSpPr>
          <p:cNvPr id="4" name="Flecha: pentágono 3">
            <a:hlinkClick r:id="rId2" action="ppaction://hlinksldjump"/>
            <a:extLst>
              <a:ext uri="{FF2B5EF4-FFF2-40B4-BE49-F238E27FC236}">
                <a16:creationId xmlns:a16="http://schemas.microsoft.com/office/drawing/2014/main" id="{41BC3D23-A461-487E-A3B5-7F41D5AF6975}"/>
              </a:ext>
            </a:extLst>
          </p:cNvPr>
          <p:cNvSpPr/>
          <p:nvPr/>
        </p:nvSpPr>
        <p:spPr>
          <a:xfrm>
            <a:off x="1630017" y="2584174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</p:txBody>
      </p:sp>
      <p:sp>
        <p:nvSpPr>
          <p:cNvPr id="5" name="Flecha: pentágono 4">
            <a:hlinkClick r:id="rId2" action="ppaction://hlinksldjump"/>
            <a:extLst>
              <a:ext uri="{FF2B5EF4-FFF2-40B4-BE49-F238E27FC236}">
                <a16:creationId xmlns:a16="http://schemas.microsoft.com/office/drawing/2014/main" id="{A948A33E-2BAC-42C1-B900-90ACFD5D7BC7}"/>
              </a:ext>
            </a:extLst>
          </p:cNvPr>
          <p:cNvSpPr/>
          <p:nvPr/>
        </p:nvSpPr>
        <p:spPr>
          <a:xfrm>
            <a:off x="1630017" y="3876261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</a:p>
        </p:txBody>
      </p:sp>
      <p:sp>
        <p:nvSpPr>
          <p:cNvPr id="6" name="Flecha: pentágono 5">
            <a:hlinkClick r:id="rId2" action="ppaction://hlinksldjump"/>
            <a:extLst>
              <a:ext uri="{FF2B5EF4-FFF2-40B4-BE49-F238E27FC236}">
                <a16:creationId xmlns:a16="http://schemas.microsoft.com/office/drawing/2014/main" id="{CAED9ECE-FF90-4E3C-A6AC-7213D74D224F}"/>
              </a:ext>
            </a:extLst>
          </p:cNvPr>
          <p:cNvSpPr/>
          <p:nvPr/>
        </p:nvSpPr>
        <p:spPr>
          <a:xfrm>
            <a:off x="6692348" y="2584174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Talvez</a:t>
            </a:r>
          </a:p>
        </p:txBody>
      </p:sp>
      <p:sp>
        <p:nvSpPr>
          <p:cNvPr id="7" name="Flecha: pentágono 6">
            <a:hlinkClick r:id="rId3" action="ppaction://hlinksldjump"/>
            <a:extLst>
              <a:ext uri="{FF2B5EF4-FFF2-40B4-BE49-F238E27FC236}">
                <a16:creationId xmlns:a16="http://schemas.microsoft.com/office/drawing/2014/main" id="{2AC3283A-A08A-431E-8949-EB54E1301238}"/>
              </a:ext>
            </a:extLst>
          </p:cNvPr>
          <p:cNvSpPr/>
          <p:nvPr/>
        </p:nvSpPr>
        <p:spPr>
          <a:xfrm>
            <a:off x="6692348" y="3876261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Preguntale</a:t>
            </a:r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alguien más</a:t>
            </a:r>
          </a:p>
        </p:txBody>
      </p:sp>
      <p:sp>
        <p:nvSpPr>
          <p:cNvPr id="8" name="Diagrama de flujo: proceso alternativo 7">
            <a:hlinkClick r:id="rId4" action="ppaction://hlinksldjump"/>
            <a:extLst>
              <a:ext uri="{FF2B5EF4-FFF2-40B4-BE49-F238E27FC236}">
                <a16:creationId xmlns:a16="http://schemas.microsoft.com/office/drawing/2014/main" id="{68B3701B-5F21-4B9C-A481-C0A497C4D415}"/>
              </a:ext>
            </a:extLst>
          </p:cNvPr>
          <p:cNvSpPr/>
          <p:nvPr/>
        </p:nvSpPr>
        <p:spPr>
          <a:xfrm>
            <a:off x="4784035" y="3429000"/>
            <a:ext cx="1643269" cy="54996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50/50</a:t>
            </a:r>
          </a:p>
        </p:txBody>
      </p:sp>
    </p:spTree>
    <p:extLst>
      <p:ext uri="{BB962C8B-B14F-4D97-AF65-F5344CB8AC3E}">
        <p14:creationId xmlns:p14="http://schemas.microsoft.com/office/powerpoint/2010/main" val="216402816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55EDF0-7519-43EC-AB63-810402503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017" y="391850"/>
            <a:ext cx="8534400" cy="1507067"/>
          </a:xfrm>
        </p:spPr>
        <p:txBody>
          <a:bodyPr/>
          <a:lstStyle/>
          <a:p>
            <a:r>
              <a:rPr lang="es-CR" dirty="0"/>
              <a:t>¿Esta pregunta tiene sentido?</a:t>
            </a:r>
          </a:p>
        </p:txBody>
      </p:sp>
      <p:sp>
        <p:nvSpPr>
          <p:cNvPr id="5" name="Flecha: pentágono 4">
            <a:hlinkClick r:id="rId2" action="ppaction://hlinksldjump"/>
            <a:extLst>
              <a:ext uri="{FF2B5EF4-FFF2-40B4-BE49-F238E27FC236}">
                <a16:creationId xmlns:a16="http://schemas.microsoft.com/office/drawing/2014/main" id="{A948A33E-2BAC-42C1-B900-90ACFD5D7BC7}"/>
              </a:ext>
            </a:extLst>
          </p:cNvPr>
          <p:cNvSpPr/>
          <p:nvPr/>
        </p:nvSpPr>
        <p:spPr>
          <a:xfrm>
            <a:off x="1630017" y="3876261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</a:p>
        </p:txBody>
      </p:sp>
      <p:sp>
        <p:nvSpPr>
          <p:cNvPr id="7" name="Flecha: pentágono 6">
            <a:hlinkClick r:id="rId3" action="ppaction://hlinksldjump"/>
            <a:extLst>
              <a:ext uri="{FF2B5EF4-FFF2-40B4-BE49-F238E27FC236}">
                <a16:creationId xmlns:a16="http://schemas.microsoft.com/office/drawing/2014/main" id="{2AC3283A-A08A-431E-8949-EB54E1301238}"/>
              </a:ext>
            </a:extLst>
          </p:cNvPr>
          <p:cNvSpPr/>
          <p:nvPr/>
        </p:nvSpPr>
        <p:spPr>
          <a:xfrm>
            <a:off x="6692348" y="3876261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Preguntale</a:t>
            </a:r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alguien más</a:t>
            </a:r>
          </a:p>
        </p:txBody>
      </p:sp>
    </p:spTree>
    <p:extLst>
      <p:ext uri="{BB962C8B-B14F-4D97-AF65-F5344CB8AC3E}">
        <p14:creationId xmlns:p14="http://schemas.microsoft.com/office/powerpoint/2010/main" val="34561480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88F4F-7461-4416-BD66-8DC02E457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017" y="461657"/>
            <a:ext cx="8534400" cy="1507067"/>
          </a:xfrm>
        </p:spPr>
        <p:txBody>
          <a:bodyPr/>
          <a:lstStyle/>
          <a:p>
            <a:r>
              <a:rPr lang="es-CR" dirty="0"/>
              <a:t>¿Cuál es el juego favorito de </a:t>
            </a:r>
            <a:r>
              <a:rPr lang="es-CR" dirty="0" err="1"/>
              <a:t>Morpho</a:t>
            </a:r>
            <a:r>
              <a:rPr lang="es-CR" dirty="0"/>
              <a:t>?</a:t>
            </a:r>
          </a:p>
        </p:txBody>
      </p:sp>
      <p:sp>
        <p:nvSpPr>
          <p:cNvPr id="4" name="Flecha: pentágono 3">
            <a:hlinkClick r:id="rId2" action="ppaction://hlinksldjump"/>
            <a:extLst>
              <a:ext uri="{FF2B5EF4-FFF2-40B4-BE49-F238E27FC236}">
                <a16:creationId xmlns:a16="http://schemas.microsoft.com/office/drawing/2014/main" id="{2D98FB95-993C-44D2-9EC7-FFCD20355531}"/>
              </a:ext>
            </a:extLst>
          </p:cNvPr>
          <p:cNvSpPr/>
          <p:nvPr/>
        </p:nvSpPr>
        <p:spPr>
          <a:xfrm>
            <a:off x="1630017" y="3876260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Sonic</a:t>
            </a:r>
          </a:p>
        </p:txBody>
      </p:sp>
      <p:sp>
        <p:nvSpPr>
          <p:cNvPr id="5" name="Flecha: pentágono 4">
            <a:hlinkClick r:id="rId2" action="ppaction://hlinksldjump"/>
            <a:extLst>
              <a:ext uri="{FF2B5EF4-FFF2-40B4-BE49-F238E27FC236}">
                <a16:creationId xmlns:a16="http://schemas.microsoft.com/office/drawing/2014/main" id="{3914AA9B-FACF-483E-BD4C-2E48515B6DD4}"/>
              </a:ext>
            </a:extLst>
          </p:cNvPr>
          <p:cNvSpPr/>
          <p:nvPr/>
        </p:nvSpPr>
        <p:spPr>
          <a:xfrm>
            <a:off x="1603514" y="2246761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PUBG</a:t>
            </a:r>
          </a:p>
        </p:txBody>
      </p:sp>
      <p:sp>
        <p:nvSpPr>
          <p:cNvPr id="6" name="Flecha: pentágono 5">
            <a:hlinkClick r:id="rId2" action="ppaction://hlinksldjump"/>
            <a:extLst>
              <a:ext uri="{FF2B5EF4-FFF2-40B4-BE49-F238E27FC236}">
                <a16:creationId xmlns:a16="http://schemas.microsoft.com/office/drawing/2014/main" id="{6B66CCBD-A706-4A26-BA1F-AF78E2E681E4}"/>
              </a:ext>
            </a:extLst>
          </p:cNvPr>
          <p:cNvSpPr/>
          <p:nvPr/>
        </p:nvSpPr>
        <p:spPr>
          <a:xfrm>
            <a:off x="7176052" y="2246761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Pokemon</a:t>
            </a:r>
            <a:endParaRPr lang="es-C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lecha: pentágono 6">
            <a:hlinkClick r:id="rId3" action="ppaction://hlinksldjump"/>
            <a:extLst>
              <a:ext uri="{FF2B5EF4-FFF2-40B4-BE49-F238E27FC236}">
                <a16:creationId xmlns:a16="http://schemas.microsoft.com/office/drawing/2014/main" id="{BC1E5155-2EA8-481F-8402-F160505FB982}"/>
              </a:ext>
            </a:extLst>
          </p:cNvPr>
          <p:cNvSpPr/>
          <p:nvPr/>
        </p:nvSpPr>
        <p:spPr>
          <a:xfrm>
            <a:off x="7176052" y="3876260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Candy </a:t>
            </a:r>
            <a:r>
              <a:rPr lang="es-C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Crush</a:t>
            </a:r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Saga</a:t>
            </a:r>
          </a:p>
        </p:txBody>
      </p:sp>
      <p:sp>
        <p:nvSpPr>
          <p:cNvPr id="8" name="Diagrama de flujo: proceso alternativo 7">
            <a:hlinkClick r:id="rId4" action="ppaction://hlinksldjump"/>
            <a:extLst>
              <a:ext uri="{FF2B5EF4-FFF2-40B4-BE49-F238E27FC236}">
                <a16:creationId xmlns:a16="http://schemas.microsoft.com/office/drawing/2014/main" id="{600283F6-E715-43CB-B686-6C3B39748CD8}"/>
              </a:ext>
            </a:extLst>
          </p:cNvPr>
          <p:cNvSpPr/>
          <p:nvPr/>
        </p:nvSpPr>
        <p:spPr>
          <a:xfrm>
            <a:off x="5015949" y="3326295"/>
            <a:ext cx="1643269" cy="54996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50/50</a:t>
            </a:r>
          </a:p>
        </p:txBody>
      </p:sp>
    </p:spTree>
    <p:extLst>
      <p:ext uri="{BB962C8B-B14F-4D97-AF65-F5344CB8AC3E}">
        <p14:creationId xmlns:p14="http://schemas.microsoft.com/office/powerpoint/2010/main" val="38658134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88F4F-7461-4416-BD66-8DC02E457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5581" y="461657"/>
            <a:ext cx="8534400" cy="1507067"/>
          </a:xfrm>
        </p:spPr>
        <p:txBody>
          <a:bodyPr/>
          <a:lstStyle/>
          <a:p>
            <a:r>
              <a:rPr lang="es-CR" dirty="0"/>
              <a:t>¿Cuál es el juego favorito de </a:t>
            </a:r>
            <a:r>
              <a:rPr lang="es-CR" dirty="0" err="1"/>
              <a:t>Morpho</a:t>
            </a:r>
            <a:r>
              <a:rPr lang="es-CR" dirty="0"/>
              <a:t>?</a:t>
            </a:r>
          </a:p>
        </p:txBody>
      </p:sp>
      <p:sp>
        <p:nvSpPr>
          <p:cNvPr id="6" name="Flecha: pentágono 5">
            <a:hlinkClick r:id="rId2" action="ppaction://hlinksldjump"/>
            <a:extLst>
              <a:ext uri="{FF2B5EF4-FFF2-40B4-BE49-F238E27FC236}">
                <a16:creationId xmlns:a16="http://schemas.microsoft.com/office/drawing/2014/main" id="{6B66CCBD-A706-4A26-BA1F-AF78E2E681E4}"/>
              </a:ext>
            </a:extLst>
          </p:cNvPr>
          <p:cNvSpPr/>
          <p:nvPr/>
        </p:nvSpPr>
        <p:spPr>
          <a:xfrm>
            <a:off x="7176052" y="2246761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Pokemon</a:t>
            </a:r>
            <a:endParaRPr lang="es-C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lecha: pentágono 6">
            <a:hlinkClick r:id="rId3" action="ppaction://hlinksldjump"/>
            <a:extLst>
              <a:ext uri="{FF2B5EF4-FFF2-40B4-BE49-F238E27FC236}">
                <a16:creationId xmlns:a16="http://schemas.microsoft.com/office/drawing/2014/main" id="{BC1E5155-2EA8-481F-8402-F160505FB982}"/>
              </a:ext>
            </a:extLst>
          </p:cNvPr>
          <p:cNvSpPr/>
          <p:nvPr/>
        </p:nvSpPr>
        <p:spPr>
          <a:xfrm>
            <a:off x="7176052" y="3876260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Candy </a:t>
            </a:r>
            <a:r>
              <a:rPr lang="es-C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Crush</a:t>
            </a:r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Saga</a:t>
            </a:r>
          </a:p>
        </p:txBody>
      </p:sp>
    </p:spTree>
    <p:extLst>
      <p:ext uri="{BB962C8B-B14F-4D97-AF65-F5344CB8AC3E}">
        <p14:creationId xmlns:p14="http://schemas.microsoft.com/office/powerpoint/2010/main" val="17774439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D41FC2-F838-46BE-A5F6-B45AD3544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856" y="630880"/>
            <a:ext cx="8534400" cy="1507067"/>
          </a:xfrm>
        </p:spPr>
        <p:txBody>
          <a:bodyPr/>
          <a:lstStyle/>
          <a:p>
            <a:r>
              <a:rPr lang="es-CR" dirty="0"/>
              <a:t>¿Cuál es la mejor banda colegial de CR?</a:t>
            </a:r>
          </a:p>
        </p:txBody>
      </p:sp>
      <p:sp>
        <p:nvSpPr>
          <p:cNvPr id="4" name="Flecha: pentágono 3">
            <a:hlinkClick r:id="rId2" action="ppaction://hlinksldjump"/>
            <a:extLst>
              <a:ext uri="{FF2B5EF4-FFF2-40B4-BE49-F238E27FC236}">
                <a16:creationId xmlns:a16="http://schemas.microsoft.com/office/drawing/2014/main" id="{D718D417-562E-481B-AE80-005A7DF4CDA8}"/>
              </a:ext>
            </a:extLst>
          </p:cNvPr>
          <p:cNvSpPr/>
          <p:nvPr/>
        </p:nvSpPr>
        <p:spPr>
          <a:xfrm>
            <a:off x="1603514" y="2246761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BCDB</a:t>
            </a:r>
          </a:p>
        </p:txBody>
      </p:sp>
      <p:sp>
        <p:nvSpPr>
          <p:cNvPr id="5" name="Flecha: pentágono 4">
            <a:hlinkClick r:id="rId3" action="ppaction://hlinksldjump"/>
            <a:extLst>
              <a:ext uri="{FF2B5EF4-FFF2-40B4-BE49-F238E27FC236}">
                <a16:creationId xmlns:a16="http://schemas.microsoft.com/office/drawing/2014/main" id="{6BB8DB29-AB59-45B8-8907-BFFEEC5DBCCE}"/>
              </a:ext>
            </a:extLst>
          </p:cNvPr>
          <p:cNvSpPr/>
          <p:nvPr/>
        </p:nvSpPr>
        <p:spPr>
          <a:xfrm>
            <a:off x="1603514" y="3537814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Banda Municipal De San José</a:t>
            </a:r>
          </a:p>
        </p:txBody>
      </p:sp>
      <p:sp>
        <p:nvSpPr>
          <p:cNvPr id="6" name="Flecha: pentágono 5">
            <a:hlinkClick r:id="rId3" action="ppaction://hlinksldjump"/>
            <a:extLst>
              <a:ext uri="{FF2B5EF4-FFF2-40B4-BE49-F238E27FC236}">
                <a16:creationId xmlns:a16="http://schemas.microsoft.com/office/drawing/2014/main" id="{08E1F958-2C80-474A-8DA0-34D9A536412C}"/>
              </a:ext>
            </a:extLst>
          </p:cNvPr>
          <p:cNvSpPr/>
          <p:nvPr/>
        </p:nvSpPr>
        <p:spPr>
          <a:xfrm>
            <a:off x="6725479" y="2246761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Banda del Salesiano</a:t>
            </a:r>
          </a:p>
        </p:txBody>
      </p:sp>
      <p:sp>
        <p:nvSpPr>
          <p:cNvPr id="7" name="Flecha: pentágono 6">
            <a:hlinkClick r:id="rId3" action="ppaction://hlinksldjump"/>
            <a:extLst>
              <a:ext uri="{FF2B5EF4-FFF2-40B4-BE49-F238E27FC236}">
                <a16:creationId xmlns:a16="http://schemas.microsoft.com/office/drawing/2014/main" id="{6D4CF660-EA27-42FF-B739-0FAD5FDC0FE5}"/>
              </a:ext>
            </a:extLst>
          </p:cNvPr>
          <p:cNvSpPr/>
          <p:nvPr/>
        </p:nvSpPr>
        <p:spPr>
          <a:xfrm>
            <a:off x="6725479" y="3537814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Banda De Esparza</a:t>
            </a:r>
          </a:p>
        </p:txBody>
      </p:sp>
      <p:sp>
        <p:nvSpPr>
          <p:cNvPr id="8" name="Diagrama de flujo: proceso alternativo 7">
            <a:hlinkClick r:id="rId4" action="ppaction://hlinksldjump"/>
            <a:extLst>
              <a:ext uri="{FF2B5EF4-FFF2-40B4-BE49-F238E27FC236}">
                <a16:creationId xmlns:a16="http://schemas.microsoft.com/office/drawing/2014/main" id="{E494A288-70F8-4C9C-9693-C48FDD650BCD}"/>
              </a:ext>
            </a:extLst>
          </p:cNvPr>
          <p:cNvSpPr/>
          <p:nvPr/>
        </p:nvSpPr>
        <p:spPr>
          <a:xfrm>
            <a:off x="4757532" y="3154017"/>
            <a:ext cx="1643269" cy="54996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50/50</a:t>
            </a:r>
          </a:p>
        </p:txBody>
      </p:sp>
    </p:spTree>
    <p:extLst>
      <p:ext uri="{BB962C8B-B14F-4D97-AF65-F5344CB8AC3E}">
        <p14:creationId xmlns:p14="http://schemas.microsoft.com/office/powerpoint/2010/main" val="30197396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D41FC2-F838-46BE-A5F6-B45AD3544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6945" y="520639"/>
            <a:ext cx="8534400" cy="1507067"/>
          </a:xfrm>
        </p:spPr>
        <p:txBody>
          <a:bodyPr/>
          <a:lstStyle/>
          <a:p>
            <a:r>
              <a:rPr lang="es-CR" dirty="0"/>
              <a:t>¿Cuál es la mejor banda colegial de CR?</a:t>
            </a:r>
          </a:p>
        </p:txBody>
      </p:sp>
      <p:sp>
        <p:nvSpPr>
          <p:cNvPr id="4" name="Flecha: pentágono 3">
            <a:hlinkClick r:id="rId2" action="ppaction://hlinksldjump"/>
            <a:extLst>
              <a:ext uri="{FF2B5EF4-FFF2-40B4-BE49-F238E27FC236}">
                <a16:creationId xmlns:a16="http://schemas.microsoft.com/office/drawing/2014/main" id="{D718D417-562E-481B-AE80-005A7DF4CDA8}"/>
              </a:ext>
            </a:extLst>
          </p:cNvPr>
          <p:cNvSpPr/>
          <p:nvPr/>
        </p:nvSpPr>
        <p:spPr>
          <a:xfrm>
            <a:off x="1603514" y="2246761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BCDB</a:t>
            </a:r>
          </a:p>
        </p:txBody>
      </p:sp>
      <p:sp>
        <p:nvSpPr>
          <p:cNvPr id="6" name="Flecha: pentágono 5">
            <a:hlinkClick r:id="rId3" action="ppaction://hlinksldjump"/>
            <a:extLst>
              <a:ext uri="{FF2B5EF4-FFF2-40B4-BE49-F238E27FC236}">
                <a16:creationId xmlns:a16="http://schemas.microsoft.com/office/drawing/2014/main" id="{08E1F958-2C80-474A-8DA0-34D9A536412C}"/>
              </a:ext>
            </a:extLst>
          </p:cNvPr>
          <p:cNvSpPr/>
          <p:nvPr/>
        </p:nvSpPr>
        <p:spPr>
          <a:xfrm>
            <a:off x="6725479" y="2246761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Banda del Salesiano</a:t>
            </a:r>
          </a:p>
        </p:txBody>
      </p:sp>
    </p:spTree>
    <p:extLst>
      <p:ext uri="{BB962C8B-B14F-4D97-AF65-F5344CB8AC3E}">
        <p14:creationId xmlns:p14="http://schemas.microsoft.com/office/powerpoint/2010/main" val="13236365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D41FC2-F838-46BE-A5F6-B45AD3544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9823" y="522067"/>
            <a:ext cx="8534400" cy="1507067"/>
          </a:xfrm>
        </p:spPr>
        <p:txBody>
          <a:bodyPr/>
          <a:lstStyle/>
          <a:p>
            <a:r>
              <a:rPr lang="es-CR" dirty="0"/>
              <a:t>¿Iniciamos con las preguntas serias?</a:t>
            </a:r>
          </a:p>
        </p:txBody>
      </p:sp>
      <p:sp>
        <p:nvSpPr>
          <p:cNvPr id="4" name="Flecha: pentágono 3">
            <a:hlinkClick r:id="rId2" action="ppaction://hlinksldjump"/>
            <a:extLst>
              <a:ext uri="{FF2B5EF4-FFF2-40B4-BE49-F238E27FC236}">
                <a16:creationId xmlns:a16="http://schemas.microsoft.com/office/drawing/2014/main" id="{D718D417-562E-481B-AE80-005A7DF4CDA8}"/>
              </a:ext>
            </a:extLst>
          </p:cNvPr>
          <p:cNvSpPr/>
          <p:nvPr/>
        </p:nvSpPr>
        <p:spPr>
          <a:xfrm>
            <a:off x="1603514" y="2246761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</p:txBody>
      </p:sp>
      <p:sp>
        <p:nvSpPr>
          <p:cNvPr id="5" name="Flecha: pentágono 4">
            <a:hlinkClick r:id="rId3" action="ppaction://hlinksldjump"/>
            <a:extLst>
              <a:ext uri="{FF2B5EF4-FFF2-40B4-BE49-F238E27FC236}">
                <a16:creationId xmlns:a16="http://schemas.microsoft.com/office/drawing/2014/main" id="{6BB8DB29-AB59-45B8-8907-BFFEEC5DBCCE}"/>
              </a:ext>
            </a:extLst>
          </p:cNvPr>
          <p:cNvSpPr/>
          <p:nvPr/>
        </p:nvSpPr>
        <p:spPr>
          <a:xfrm>
            <a:off x="1603514" y="3537814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</a:t>
            </a:r>
          </a:p>
        </p:txBody>
      </p:sp>
      <p:sp>
        <p:nvSpPr>
          <p:cNvPr id="6" name="Flecha: pentágono 5">
            <a:hlinkClick r:id="rId2" action="ppaction://hlinksldjump"/>
            <a:extLst>
              <a:ext uri="{FF2B5EF4-FFF2-40B4-BE49-F238E27FC236}">
                <a16:creationId xmlns:a16="http://schemas.microsoft.com/office/drawing/2014/main" id="{08E1F958-2C80-474A-8DA0-34D9A536412C}"/>
              </a:ext>
            </a:extLst>
          </p:cNvPr>
          <p:cNvSpPr/>
          <p:nvPr/>
        </p:nvSpPr>
        <p:spPr>
          <a:xfrm>
            <a:off x="6725479" y="2246761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</a:p>
        </p:txBody>
      </p:sp>
      <p:sp>
        <p:nvSpPr>
          <p:cNvPr id="7" name="Flecha: pentágono 6">
            <a:hlinkClick r:id="rId2" action="ppaction://hlinksldjump"/>
            <a:extLst>
              <a:ext uri="{FF2B5EF4-FFF2-40B4-BE49-F238E27FC236}">
                <a16:creationId xmlns:a16="http://schemas.microsoft.com/office/drawing/2014/main" id="{6D4CF660-EA27-42FF-B739-0FAD5FDC0FE5}"/>
              </a:ext>
            </a:extLst>
          </p:cNvPr>
          <p:cNvSpPr/>
          <p:nvPr/>
        </p:nvSpPr>
        <p:spPr>
          <a:xfrm>
            <a:off x="6725479" y="3537814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Porque no</a:t>
            </a:r>
          </a:p>
        </p:txBody>
      </p:sp>
      <p:sp>
        <p:nvSpPr>
          <p:cNvPr id="8" name="Diagrama de flujo: proceso alternativo 7">
            <a:hlinkClick r:id="rId4" action="ppaction://hlinksldjump"/>
            <a:extLst>
              <a:ext uri="{FF2B5EF4-FFF2-40B4-BE49-F238E27FC236}">
                <a16:creationId xmlns:a16="http://schemas.microsoft.com/office/drawing/2014/main" id="{E494A288-70F8-4C9C-9693-C48FDD650BCD}"/>
              </a:ext>
            </a:extLst>
          </p:cNvPr>
          <p:cNvSpPr/>
          <p:nvPr/>
        </p:nvSpPr>
        <p:spPr>
          <a:xfrm>
            <a:off x="4757532" y="3154018"/>
            <a:ext cx="1643269" cy="54996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50/50</a:t>
            </a:r>
          </a:p>
        </p:txBody>
      </p:sp>
    </p:spTree>
    <p:extLst>
      <p:ext uri="{BB962C8B-B14F-4D97-AF65-F5344CB8AC3E}">
        <p14:creationId xmlns:p14="http://schemas.microsoft.com/office/powerpoint/2010/main" val="40330731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D41FC2-F838-46BE-A5F6-B45AD3544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2702" y="443366"/>
            <a:ext cx="8534400" cy="1507067"/>
          </a:xfrm>
        </p:spPr>
        <p:txBody>
          <a:bodyPr/>
          <a:lstStyle/>
          <a:p>
            <a:r>
              <a:rPr lang="es-CR" dirty="0"/>
              <a:t>¿Iniciamos con las preguntas serias?</a:t>
            </a:r>
          </a:p>
        </p:txBody>
      </p:sp>
      <p:sp>
        <p:nvSpPr>
          <p:cNvPr id="5" name="Flecha: pentágono 4">
            <a:hlinkClick r:id="rId2" action="ppaction://hlinksldjump"/>
            <a:extLst>
              <a:ext uri="{FF2B5EF4-FFF2-40B4-BE49-F238E27FC236}">
                <a16:creationId xmlns:a16="http://schemas.microsoft.com/office/drawing/2014/main" id="{6BB8DB29-AB59-45B8-8907-BFFEEC5DBCCE}"/>
              </a:ext>
            </a:extLst>
          </p:cNvPr>
          <p:cNvSpPr/>
          <p:nvPr/>
        </p:nvSpPr>
        <p:spPr>
          <a:xfrm>
            <a:off x="1603514" y="3537814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</a:t>
            </a:r>
          </a:p>
        </p:txBody>
      </p:sp>
      <p:sp>
        <p:nvSpPr>
          <p:cNvPr id="7" name="Flecha: pentágono 6">
            <a:hlinkClick r:id="rId3" action="ppaction://hlinksldjump"/>
            <a:extLst>
              <a:ext uri="{FF2B5EF4-FFF2-40B4-BE49-F238E27FC236}">
                <a16:creationId xmlns:a16="http://schemas.microsoft.com/office/drawing/2014/main" id="{6D4CF660-EA27-42FF-B739-0FAD5FDC0FE5}"/>
              </a:ext>
            </a:extLst>
          </p:cNvPr>
          <p:cNvSpPr/>
          <p:nvPr/>
        </p:nvSpPr>
        <p:spPr>
          <a:xfrm>
            <a:off x="6725479" y="3537814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Porque no</a:t>
            </a:r>
          </a:p>
        </p:txBody>
      </p:sp>
    </p:spTree>
    <p:extLst>
      <p:ext uri="{BB962C8B-B14F-4D97-AF65-F5344CB8AC3E}">
        <p14:creationId xmlns:p14="http://schemas.microsoft.com/office/powerpoint/2010/main" val="14637344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D41FC2-F838-46BE-A5F6-B45AD3544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6945" y="286066"/>
            <a:ext cx="8534400" cy="1507067"/>
          </a:xfrm>
        </p:spPr>
        <p:txBody>
          <a:bodyPr/>
          <a:lstStyle/>
          <a:p>
            <a:r>
              <a:rPr lang="es-CR" dirty="0"/>
              <a:t>¿El abuelo de la Física fue?</a:t>
            </a:r>
          </a:p>
        </p:txBody>
      </p:sp>
      <p:sp>
        <p:nvSpPr>
          <p:cNvPr id="4" name="Flecha: pentágono 3">
            <a:hlinkClick r:id="rId2" action="ppaction://hlinksldjump"/>
            <a:extLst>
              <a:ext uri="{FF2B5EF4-FFF2-40B4-BE49-F238E27FC236}">
                <a16:creationId xmlns:a16="http://schemas.microsoft.com/office/drawing/2014/main" id="{D718D417-562E-481B-AE80-005A7DF4CDA8}"/>
              </a:ext>
            </a:extLst>
          </p:cNvPr>
          <p:cNvSpPr/>
          <p:nvPr/>
        </p:nvSpPr>
        <p:spPr>
          <a:xfrm>
            <a:off x="1603514" y="2246761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Aristoteles</a:t>
            </a:r>
            <a:endParaRPr lang="es-C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lecha: pentágono 4">
            <a:hlinkClick r:id="rId3" action="ppaction://hlinksldjump"/>
            <a:extLst>
              <a:ext uri="{FF2B5EF4-FFF2-40B4-BE49-F238E27FC236}">
                <a16:creationId xmlns:a16="http://schemas.microsoft.com/office/drawing/2014/main" id="{6BB8DB29-AB59-45B8-8907-BFFEEC5DBCCE}"/>
              </a:ext>
            </a:extLst>
          </p:cNvPr>
          <p:cNvSpPr/>
          <p:nvPr/>
        </p:nvSpPr>
        <p:spPr>
          <a:xfrm>
            <a:off x="1603514" y="3537814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Arquimides</a:t>
            </a:r>
            <a:endParaRPr lang="es-C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lecha: pentágono 5">
            <a:hlinkClick r:id="rId2" action="ppaction://hlinksldjump"/>
            <a:extLst>
              <a:ext uri="{FF2B5EF4-FFF2-40B4-BE49-F238E27FC236}">
                <a16:creationId xmlns:a16="http://schemas.microsoft.com/office/drawing/2014/main" id="{08E1F958-2C80-474A-8DA0-34D9A536412C}"/>
              </a:ext>
            </a:extLst>
          </p:cNvPr>
          <p:cNvSpPr/>
          <p:nvPr/>
        </p:nvSpPr>
        <p:spPr>
          <a:xfrm>
            <a:off x="6725479" y="2246761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 Bosco</a:t>
            </a:r>
          </a:p>
        </p:txBody>
      </p:sp>
      <p:sp>
        <p:nvSpPr>
          <p:cNvPr id="7" name="Flecha: pentágono 6">
            <a:hlinkClick r:id="rId2" action="ppaction://hlinksldjump"/>
            <a:extLst>
              <a:ext uri="{FF2B5EF4-FFF2-40B4-BE49-F238E27FC236}">
                <a16:creationId xmlns:a16="http://schemas.microsoft.com/office/drawing/2014/main" id="{6D4CF660-EA27-42FF-B739-0FAD5FDC0FE5}"/>
              </a:ext>
            </a:extLst>
          </p:cNvPr>
          <p:cNvSpPr/>
          <p:nvPr/>
        </p:nvSpPr>
        <p:spPr>
          <a:xfrm>
            <a:off x="6725479" y="3537814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Ninguna de las anteriores</a:t>
            </a:r>
          </a:p>
        </p:txBody>
      </p:sp>
      <p:sp>
        <p:nvSpPr>
          <p:cNvPr id="8" name="Diagrama de flujo: proceso alternativo 7">
            <a:hlinkClick r:id="rId4" action="ppaction://hlinksldjump"/>
            <a:extLst>
              <a:ext uri="{FF2B5EF4-FFF2-40B4-BE49-F238E27FC236}">
                <a16:creationId xmlns:a16="http://schemas.microsoft.com/office/drawing/2014/main" id="{E494A288-70F8-4C9C-9693-C48FDD650BCD}"/>
              </a:ext>
            </a:extLst>
          </p:cNvPr>
          <p:cNvSpPr/>
          <p:nvPr/>
        </p:nvSpPr>
        <p:spPr>
          <a:xfrm>
            <a:off x="4757532" y="3154017"/>
            <a:ext cx="1643269" cy="54996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50/50</a:t>
            </a:r>
          </a:p>
        </p:txBody>
      </p:sp>
    </p:spTree>
    <p:extLst>
      <p:ext uri="{BB962C8B-B14F-4D97-AF65-F5344CB8AC3E}">
        <p14:creationId xmlns:p14="http://schemas.microsoft.com/office/powerpoint/2010/main" val="14018449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D41FC2-F838-46BE-A5F6-B45AD3544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2246" y="404729"/>
            <a:ext cx="8534400" cy="1507067"/>
          </a:xfrm>
        </p:spPr>
        <p:txBody>
          <a:bodyPr/>
          <a:lstStyle/>
          <a:p>
            <a:r>
              <a:rPr lang="es-CR" dirty="0"/>
              <a:t>¿El abuelo de la Física fue?</a:t>
            </a:r>
          </a:p>
        </p:txBody>
      </p:sp>
      <p:sp>
        <p:nvSpPr>
          <p:cNvPr id="5" name="Flecha: pentágono 4">
            <a:hlinkClick r:id="rId2" action="ppaction://hlinksldjump"/>
            <a:extLst>
              <a:ext uri="{FF2B5EF4-FFF2-40B4-BE49-F238E27FC236}">
                <a16:creationId xmlns:a16="http://schemas.microsoft.com/office/drawing/2014/main" id="{6BB8DB29-AB59-45B8-8907-BFFEEC5DBCCE}"/>
              </a:ext>
            </a:extLst>
          </p:cNvPr>
          <p:cNvSpPr/>
          <p:nvPr/>
        </p:nvSpPr>
        <p:spPr>
          <a:xfrm>
            <a:off x="1603514" y="3537814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Arquimides</a:t>
            </a:r>
            <a:endParaRPr lang="es-C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lecha: pentágono 6">
            <a:hlinkClick r:id="rId3" action="ppaction://hlinksldjump"/>
            <a:extLst>
              <a:ext uri="{FF2B5EF4-FFF2-40B4-BE49-F238E27FC236}">
                <a16:creationId xmlns:a16="http://schemas.microsoft.com/office/drawing/2014/main" id="{6D4CF660-EA27-42FF-B739-0FAD5FDC0FE5}"/>
              </a:ext>
            </a:extLst>
          </p:cNvPr>
          <p:cNvSpPr/>
          <p:nvPr/>
        </p:nvSpPr>
        <p:spPr>
          <a:xfrm>
            <a:off x="6725479" y="3537814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Ninguna de las anteriores</a:t>
            </a:r>
          </a:p>
        </p:txBody>
      </p:sp>
    </p:spTree>
    <p:extLst>
      <p:ext uri="{BB962C8B-B14F-4D97-AF65-F5344CB8AC3E}">
        <p14:creationId xmlns:p14="http://schemas.microsoft.com/office/powerpoint/2010/main" val="20199495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D41FC2-F838-46BE-A5F6-B45AD3544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3514" y="286066"/>
            <a:ext cx="8534400" cy="1507067"/>
          </a:xfrm>
        </p:spPr>
        <p:txBody>
          <a:bodyPr/>
          <a:lstStyle/>
          <a:p>
            <a:r>
              <a:rPr lang="es-CR" dirty="0"/>
              <a:t>¿Qué mueve la publicidad?</a:t>
            </a:r>
          </a:p>
        </p:txBody>
      </p:sp>
      <p:sp>
        <p:nvSpPr>
          <p:cNvPr id="4" name="Flecha: pentágono 3">
            <a:hlinkClick r:id="rId2" action="ppaction://hlinksldjump"/>
            <a:extLst>
              <a:ext uri="{FF2B5EF4-FFF2-40B4-BE49-F238E27FC236}">
                <a16:creationId xmlns:a16="http://schemas.microsoft.com/office/drawing/2014/main" id="{D718D417-562E-481B-AE80-005A7DF4CDA8}"/>
              </a:ext>
            </a:extLst>
          </p:cNvPr>
          <p:cNvSpPr/>
          <p:nvPr/>
        </p:nvSpPr>
        <p:spPr>
          <a:xfrm>
            <a:off x="1603514" y="2246761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mundo</a:t>
            </a:r>
          </a:p>
        </p:txBody>
      </p:sp>
      <p:sp>
        <p:nvSpPr>
          <p:cNvPr id="5" name="Flecha: pentágono 4">
            <a:hlinkClick r:id="rId3" action="ppaction://hlinksldjump"/>
            <a:extLst>
              <a:ext uri="{FF2B5EF4-FFF2-40B4-BE49-F238E27FC236}">
                <a16:creationId xmlns:a16="http://schemas.microsoft.com/office/drawing/2014/main" id="{6BB8DB29-AB59-45B8-8907-BFFEEC5DBCCE}"/>
              </a:ext>
            </a:extLst>
          </p:cNvPr>
          <p:cNvSpPr/>
          <p:nvPr/>
        </p:nvSpPr>
        <p:spPr>
          <a:xfrm>
            <a:off x="1603514" y="3537814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las personas</a:t>
            </a:r>
          </a:p>
        </p:txBody>
      </p:sp>
      <p:sp>
        <p:nvSpPr>
          <p:cNvPr id="6" name="Flecha: pentágono 5">
            <a:hlinkClick r:id="rId3" action="ppaction://hlinksldjump"/>
            <a:extLst>
              <a:ext uri="{FF2B5EF4-FFF2-40B4-BE49-F238E27FC236}">
                <a16:creationId xmlns:a16="http://schemas.microsoft.com/office/drawing/2014/main" id="{08E1F958-2C80-474A-8DA0-34D9A536412C}"/>
              </a:ext>
            </a:extLst>
          </p:cNvPr>
          <p:cNvSpPr/>
          <p:nvPr/>
        </p:nvSpPr>
        <p:spPr>
          <a:xfrm>
            <a:off x="6725479" y="2246761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dinero</a:t>
            </a:r>
          </a:p>
        </p:txBody>
      </p:sp>
      <p:sp>
        <p:nvSpPr>
          <p:cNvPr id="7" name="Flecha: pentágono 6">
            <a:hlinkClick r:id="rId4" action="ppaction://hlinksldjump"/>
            <a:extLst>
              <a:ext uri="{FF2B5EF4-FFF2-40B4-BE49-F238E27FC236}">
                <a16:creationId xmlns:a16="http://schemas.microsoft.com/office/drawing/2014/main" id="{6D4CF660-EA27-42FF-B739-0FAD5FDC0FE5}"/>
              </a:ext>
            </a:extLst>
          </p:cNvPr>
          <p:cNvSpPr/>
          <p:nvPr/>
        </p:nvSpPr>
        <p:spPr>
          <a:xfrm>
            <a:off x="6725479" y="3537814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los pingüinos </a:t>
            </a:r>
          </a:p>
        </p:txBody>
      </p:sp>
      <p:sp>
        <p:nvSpPr>
          <p:cNvPr id="8" name="Diagrama de flujo: proceso alternativo 7">
            <a:hlinkClick r:id="rId5" action="ppaction://hlinksldjump"/>
            <a:extLst>
              <a:ext uri="{FF2B5EF4-FFF2-40B4-BE49-F238E27FC236}">
                <a16:creationId xmlns:a16="http://schemas.microsoft.com/office/drawing/2014/main" id="{E494A288-70F8-4C9C-9693-C48FDD650BCD}"/>
              </a:ext>
            </a:extLst>
          </p:cNvPr>
          <p:cNvSpPr/>
          <p:nvPr/>
        </p:nvSpPr>
        <p:spPr>
          <a:xfrm>
            <a:off x="4757532" y="3154017"/>
            <a:ext cx="1643269" cy="54996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50/50</a:t>
            </a:r>
          </a:p>
        </p:txBody>
      </p:sp>
    </p:spTree>
    <p:extLst>
      <p:ext uri="{BB962C8B-B14F-4D97-AF65-F5344CB8AC3E}">
        <p14:creationId xmlns:p14="http://schemas.microsoft.com/office/powerpoint/2010/main" val="28865590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D41FC2-F838-46BE-A5F6-B45AD3544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5097" y="353213"/>
            <a:ext cx="8534400" cy="1507067"/>
          </a:xfrm>
        </p:spPr>
        <p:txBody>
          <a:bodyPr/>
          <a:lstStyle/>
          <a:p>
            <a:r>
              <a:rPr lang="es-CR" dirty="0"/>
              <a:t>¿Qué mueve la publicidad?</a:t>
            </a:r>
          </a:p>
        </p:txBody>
      </p:sp>
      <p:sp>
        <p:nvSpPr>
          <p:cNvPr id="4" name="Flecha: pentágono 3">
            <a:hlinkClick r:id="rId2" action="ppaction://hlinksldjump"/>
            <a:extLst>
              <a:ext uri="{FF2B5EF4-FFF2-40B4-BE49-F238E27FC236}">
                <a16:creationId xmlns:a16="http://schemas.microsoft.com/office/drawing/2014/main" id="{D718D417-562E-481B-AE80-005A7DF4CDA8}"/>
              </a:ext>
            </a:extLst>
          </p:cNvPr>
          <p:cNvSpPr/>
          <p:nvPr/>
        </p:nvSpPr>
        <p:spPr>
          <a:xfrm>
            <a:off x="1603514" y="2246761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mundo</a:t>
            </a:r>
          </a:p>
        </p:txBody>
      </p:sp>
      <p:sp>
        <p:nvSpPr>
          <p:cNvPr id="7" name="Flecha: pentágono 6">
            <a:hlinkClick r:id="rId3" action="ppaction://hlinksldjump"/>
            <a:extLst>
              <a:ext uri="{FF2B5EF4-FFF2-40B4-BE49-F238E27FC236}">
                <a16:creationId xmlns:a16="http://schemas.microsoft.com/office/drawing/2014/main" id="{6D4CF660-EA27-42FF-B739-0FAD5FDC0FE5}"/>
              </a:ext>
            </a:extLst>
          </p:cNvPr>
          <p:cNvSpPr/>
          <p:nvPr/>
        </p:nvSpPr>
        <p:spPr>
          <a:xfrm>
            <a:off x="6725479" y="3537814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los pingüinos </a:t>
            </a:r>
          </a:p>
        </p:txBody>
      </p:sp>
    </p:spTree>
    <p:extLst>
      <p:ext uri="{BB962C8B-B14F-4D97-AF65-F5344CB8AC3E}">
        <p14:creationId xmlns:p14="http://schemas.microsoft.com/office/powerpoint/2010/main" val="24633748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D41FC2-F838-46BE-A5F6-B45AD3544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5097" y="439789"/>
            <a:ext cx="8534400" cy="1507067"/>
          </a:xfrm>
        </p:spPr>
        <p:txBody>
          <a:bodyPr/>
          <a:lstStyle/>
          <a:p>
            <a:r>
              <a:rPr lang="es-CR" dirty="0"/>
              <a:t>¿Todo lo que has respondido ha sido cierto?</a:t>
            </a:r>
          </a:p>
        </p:txBody>
      </p:sp>
      <p:sp>
        <p:nvSpPr>
          <p:cNvPr id="4" name="Flecha: pentágono 3">
            <a:hlinkClick r:id="rId2" action="ppaction://hlinksldjump"/>
            <a:extLst>
              <a:ext uri="{FF2B5EF4-FFF2-40B4-BE49-F238E27FC236}">
                <a16:creationId xmlns:a16="http://schemas.microsoft.com/office/drawing/2014/main" id="{D718D417-562E-481B-AE80-005A7DF4CDA8}"/>
              </a:ext>
            </a:extLst>
          </p:cNvPr>
          <p:cNvSpPr/>
          <p:nvPr/>
        </p:nvSpPr>
        <p:spPr>
          <a:xfrm>
            <a:off x="1603514" y="2246761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</a:p>
        </p:txBody>
      </p:sp>
      <p:sp>
        <p:nvSpPr>
          <p:cNvPr id="5" name="Flecha: pentágono 4">
            <a:hlinkClick r:id="rId3" action="ppaction://hlinksldjump"/>
            <a:extLst>
              <a:ext uri="{FF2B5EF4-FFF2-40B4-BE49-F238E27FC236}">
                <a16:creationId xmlns:a16="http://schemas.microsoft.com/office/drawing/2014/main" id="{6BB8DB29-AB59-45B8-8907-BFFEEC5DBCCE}"/>
              </a:ext>
            </a:extLst>
          </p:cNvPr>
          <p:cNvSpPr/>
          <p:nvPr/>
        </p:nvSpPr>
        <p:spPr>
          <a:xfrm>
            <a:off x="1603514" y="3537814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Tú que crees</a:t>
            </a:r>
          </a:p>
        </p:txBody>
      </p:sp>
      <p:sp>
        <p:nvSpPr>
          <p:cNvPr id="6" name="Flecha: pentágono 5">
            <a:hlinkClick r:id="rId2" action="ppaction://hlinksldjump"/>
            <a:extLst>
              <a:ext uri="{FF2B5EF4-FFF2-40B4-BE49-F238E27FC236}">
                <a16:creationId xmlns:a16="http://schemas.microsoft.com/office/drawing/2014/main" id="{08E1F958-2C80-474A-8DA0-34D9A536412C}"/>
              </a:ext>
            </a:extLst>
          </p:cNvPr>
          <p:cNvSpPr/>
          <p:nvPr/>
        </p:nvSpPr>
        <p:spPr>
          <a:xfrm>
            <a:off x="6725479" y="2246761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Puede ser</a:t>
            </a:r>
          </a:p>
        </p:txBody>
      </p:sp>
      <p:sp>
        <p:nvSpPr>
          <p:cNvPr id="7" name="Flecha: pentágono 6">
            <a:hlinkClick r:id="rId2" action="ppaction://hlinksldjump"/>
            <a:extLst>
              <a:ext uri="{FF2B5EF4-FFF2-40B4-BE49-F238E27FC236}">
                <a16:creationId xmlns:a16="http://schemas.microsoft.com/office/drawing/2014/main" id="{6D4CF660-EA27-42FF-B739-0FAD5FDC0FE5}"/>
              </a:ext>
            </a:extLst>
          </p:cNvPr>
          <p:cNvSpPr/>
          <p:nvPr/>
        </p:nvSpPr>
        <p:spPr>
          <a:xfrm>
            <a:off x="6725479" y="3537814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</p:txBody>
      </p:sp>
      <p:sp>
        <p:nvSpPr>
          <p:cNvPr id="8" name="Diagrama de flujo: proceso alternativo 7">
            <a:hlinkClick r:id="rId4" action="ppaction://hlinksldjump"/>
            <a:extLst>
              <a:ext uri="{FF2B5EF4-FFF2-40B4-BE49-F238E27FC236}">
                <a16:creationId xmlns:a16="http://schemas.microsoft.com/office/drawing/2014/main" id="{E494A288-70F8-4C9C-9693-C48FDD650BCD}"/>
              </a:ext>
            </a:extLst>
          </p:cNvPr>
          <p:cNvSpPr/>
          <p:nvPr/>
        </p:nvSpPr>
        <p:spPr>
          <a:xfrm>
            <a:off x="4757532" y="3154017"/>
            <a:ext cx="1643269" cy="54996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50/50</a:t>
            </a:r>
          </a:p>
        </p:txBody>
      </p:sp>
    </p:spTree>
    <p:extLst>
      <p:ext uri="{BB962C8B-B14F-4D97-AF65-F5344CB8AC3E}">
        <p14:creationId xmlns:p14="http://schemas.microsoft.com/office/powerpoint/2010/main" val="353995497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D41FC2-F838-46BE-A5F6-B45AD3544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5097" y="610791"/>
            <a:ext cx="8534400" cy="1507067"/>
          </a:xfrm>
        </p:spPr>
        <p:txBody>
          <a:bodyPr/>
          <a:lstStyle/>
          <a:p>
            <a:r>
              <a:rPr lang="es-CR" dirty="0"/>
              <a:t>¿Todo lo que has respondido ha sido cierto?</a:t>
            </a:r>
          </a:p>
        </p:txBody>
      </p:sp>
      <p:sp>
        <p:nvSpPr>
          <p:cNvPr id="5" name="Flecha: pentágono 4">
            <a:hlinkClick r:id="rId2" action="ppaction://hlinksldjump"/>
            <a:extLst>
              <a:ext uri="{FF2B5EF4-FFF2-40B4-BE49-F238E27FC236}">
                <a16:creationId xmlns:a16="http://schemas.microsoft.com/office/drawing/2014/main" id="{6BB8DB29-AB59-45B8-8907-BFFEEC5DBCCE}"/>
              </a:ext>
            </a:extLst>
          </p:cNvPr>
          <p:cNvSpPr/>
          <p:nvPr/>
        </p:nvSpPr>
        <p:spPr>
          <a:xfrm>
            <a:off x="1642150" y="3537814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Tú que crees</a:t>
            </a:r>
          </a:p>
        </p:txBody>
      </p:sp>
      <p:sp>
        <p:nvSpPr>
          <p:cNvPr id="6" name="Flecha: pentágono 5">
            <a:hlinkClick r:id="rId3" action="ppaction://hlinksldjump"/>
            <a:extLst>
              <a:ext uri="{FF2B5EF4-FFF2-40B4-BE49-F238E27FC236}">
                <a16:creationId xmlns:a16="http://schemas.microsoft.com/office/drawing/2014/main" id="{08E1F958-2C80-474A-8DA0-34D9A536412C}"/>
              </a:ext>
            </a:extLst>
          </p:cNvPr>
          <p:cNvSpPr/>
          <p:nvPr/>
        </p:nvSpPr>
        <p:spPr>
          <a:xfrm>
            <a:off x="6725479" y="2246761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Puede ser</a:t>
            </a:r>
          </a:p>
        </p:txBody>
      </p:sp>
    </p:spTree>
    <p:extLst>
      <p:ext uri="{BB962C8B-B14F-4D97-AF65-F5344CB8AC3E}">
        <p14:creationId xmlns:p14="http://schemas.microsoft.com/office/powerpoint/2010/main" val="24330187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D41FC2-F838-46BE-A5F6-B45AD3544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305" y="522067"/>
            <a:ext cx="8534400" cy="1507067"/>
          </a:xfrm>
        </p:spPr>
        <p:txBody>
          <a:bodyPr/>
          <a:lstStyle/>
          <a:p>
            <a:r>
              <a:rPr lang="es-CR" dirty="0"/>
              <a:t>¿Cabo de Hornos queda en?</a:t>
            </a:r>
          </a:p>
        </p:txBody>
      </p:sp>
      <p:sp>
        <p:nvSpPr>
          <p:cNvPr id="4" name="Flecha: pentágono 3">
            <a:hlinkClick r:id="rId2" action="ppaction://hlinksldjump"/>
            <a:extLst>
              <a:ext uri="{FF2B5EF4-FFF2-40B4-BE49-F238E27FC236}">
                <a16:creationId xmlns:a16="http://schemas.microsoft.com/office/drawing/2014/main" id="{D718D417-562E-481B-AE80-005A7DF4CDA8}"/>
              </a:ext>
            </a:extLst>
          </p:cNvPr>
          <p:cNvSpPr/>
          <p:nvPr/>
        </p:nvSpPr>
        <p:spPr>
          <a:xfrm>
            <a:off x="1603514" y="2246761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Brasil</a:t>
            </a:r>
          </a:p>
        </p:txBody>
      </p:sp>
      <p:sp>
        <p:nvSpPr>
          <p:cNvPr id="5" name="Flecha: pentágono 4">
            <a:hlinkClick r:id="rId3" action="ppaction://hlinksldjump"/>
            <a:extLst>
              <a:ext uri="{FF2B5EF4-FFF2-40B4-BE49-F238E27FC236}">
                <a16:creationId xmlns:a16="http://schemas.microsoft.com/office/drawing/2014/main" id="{6BB8DB29-AB59-45B8-8907-BFFEEC5DBCCE}"/>
              </a:ext>
            </a:extLst>
          </p:cNvPr>
          <p:cNvSpPr/>
          <p:nvPr/>
        </p:nvSpPr>
        <p:spPr>
          <a:xfrm>
            <a:off x="1603514" y="3537814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Chile</a:t>
            </a:r>
          </a:p>
        </p:txBody>
      </p:sp>
      <p:sp>
        <p:nvSpPr>
          <p:cNvPr id="6" name="Flecha: pentágono 5">
            <a:hlinkClick r:id="rId2" action="ppaction://hlinksldjump"/>
            <a:extLst>
              <a:ext uri="{FF2B5EF4-FFF2-40B4-BE49-F238E27FC236}">
                <a16:creationId xmlns:a16="http://schemas.microsoft.com/office/drawing/2014/main" id="{08E1F958-2C80-474A-8DA0-34D9A536412C}"/>
              </a:ext>
            </a:extLst>
          </p:cNvPr>
          <p:cNvSpPr/>
          <p:nvPr/>
        </p:nvSpPr>
        <p:spPr>
          <a:xfrm>
            <a:off x="6725479" y="2246761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Argentina</a:t>
            </a:r>
          </a:p>
        </p:txBody>
      </p:sp>
      <p:sp>
        <p:nvSpPr>
          <p:cNvPr id="7" name="Flecha: pentágono 6">
            <a:hlinkClick r:id="rId2" action="ppaction://hlinksldjump"/>
            <a:extLst>
              <a:ext uri="{FF2B5EF4-FFF2-40B4-BE49-F238E27FC236}">
                <a16:creationId xmlns:a16="http://schemas.microsoft.com/office/drawing/2014/main" id="{6D4CF660-EA27-42FF-B739-0FAD5FDC0FE5}"/>
              </a:ext>
            </a:extLst>
          </p:cNvPr>
          <p:cNvSpPr/>
          <p:nvPr/>
        </p:nvSpPr>
        <p:spPr>
          <a:xfrm>
            <a:off x="6725479" y="3537814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Ecuador</a:t>
            </a:r>
          </a:p>
        </p:txBody>
      </p:sp>
      <p:sp>
        <p:nvSpPr>
          <p:cNvPr id="8" name="Diagrama de flujo: proceso alternativo 7">
            <a:hlinkClick r:id="rId4" action="ppaction://hlinksldjump"/>
            <a:extLst>
              <a:ext uri="{FF2B5EF4-FFF2-40B4-BE49-F238E27FC236}">
                <a16:creationId xmlns:a16="http://schemas.microsoft.com/office/drawing/2014/main" id="{E494A288-70F8-4C9C-9693-C48FDD650BCD}"/>
              </a:ext>
            </a:extLst>
          </p:cNvPr>
          <p:cNvSpPr/>
          <p:nvPr/>
        </p:nvSpPr>
        <p:spPr>
          <a:xfrm>
            <a:off x="4919870" y="3262831"/>
            <a:ext cx="1643269" cy="54996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>
                <a:solidFill>
                  <a:schemeClr val="tx1"/>
                </a:solidFill>
              </a:rPr>
              <a:t>50/50</a:t>
            </a:r>
            <a:endParaRPr lang="es-C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01489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D41FC2-F838-46BE-A5F6-B45AD3544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5097" y="482002"/>
            <a:ext cx="8534400" cy="1507067"/>
          </a:xfrm>
        </p:spPr>
        <p:txBody>
          <a:bodyPr/>
          <a:lstStyle/>
          <a:p>
            <a:r>
              <a:rPr lang="es-CR" dirty="0"/>
              <a:t>¿Cabo de Hornos queda en?</a:t>
            </a:r>
          </a:p>
        </p:txBody>
      </p:sp>
      <p:sp>
        <p:nvSpPr>
          <p:cNvPr id="5" name="Flecha: pentágono 4">
            <a:hlinkClick r:id="rId2" action="ppaction://hlinksldjump"/>
            <a:extLst>
              <a:ext uri="{FF2B5EF4-FFF2-40B4-BE49-F238E27FC236}">
                <a16:creationId xmlns:a16="http://schemas.microsoft.com/office/drawing/2014/main" id="{6BB8DB29-AB59-45B8-8907-BFFEEC5DBCCE}"/>
              </a:ext>
            </a:extLst>
          </p:cNvPr>
          <p:cNvSpPr/>
          <p:nvPr/>
        </p:nvSpPr>
        <p:spPr>
          <a:xfrm>
            <a:off x="1603514" y="3537814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Chile</a:t>
            </a:r>
          </a:p>
        </p:txBody>
      </p:sp>
      <p:sp>
        <p:nvSpPr>
          <p:cNvPr id="6" name="Flecha: pentágono 5">
            <a:hlinkClick r:id="rId3" action="ppaction://hlinksldjump"/>
            <a:extLst>
              <a:ext uri="{FF2B5EF4-FFF2-40B4-BE49-F238E27FC236}">
                <a16:creationId xmlns:a16="http://schemas.microsoft.com/office/drawing/2014/main" id="{08E1F958-2C80-474A-8DA0-34D9A536412C}"/>
              </a:ext>
            </a:extLst>
          </p:cNvPr>
          <p:cNvSpPr/>
          <p:nvPr/>
        </p:nvSpPr>
        <p:spPr>
          <a:xfrm>
            <a:off x="6725479" y="2246761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Argentina</a:t>
            </a:r>
          </a:p>
        </p:txBody>
      </p:sp>
    </p:spTree>
    <p:extLst>
      <p:ext uri="{BB962C8B-B14F-4D97-AF65-F5344CB8AC3E}">
        <p14:creationId xmlns:p14="http://schemas.microsoft.com/office/powerpoint/2010/main" val="10498311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D41FC2-F838-46BE-A5F6-B45AD3544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2702" y="286066"/>
            <a:ext cx="8534400" cy="1507067"/>
          </a:xfrm>
        </p:spPr>
        <p:txBody>
          <a:bodyPr/>
          <a:lstStyle/>
          <a:p>
            <a:r>
              <a:rPr lang="es-CR" dirty="0" smtClean="0"/>
              <a:t>¿</a:t>
            </a:r>
            <a:r>
              <a:rPr lang="es-CR" dirty="0" smtClean="0"/>
              <a:t>Disfrutó el juego</a:t>
            </a:r>
            <a:r>
              <a:rPr lang="es-CR" dirty="0" smtClean="0"/>
              <a:t>?</a:t>
            </a:r>
            <a:endParaRPr lang="es-CR" dirty="0"/>
          </a:p>
        </p:txBody>
      </p:sp>
      <p:sp>
        <p:nvSpPr>
          <p:cNvPr id="4" name="Flecha: pentágono 3">
            <a:hlinkClick r:id="rId2" action="ppaction://hlinksldjump"/>
            <a:extLst>
              <a:ext uri="{FF2B5EF4-FFF2-40B4-BE49-F238E27FC236}">
                <a16:creationId xmlns:a16="http://schemas.microsoft.com/office/drawing/2014/main" id="{D718D417-562E-481B-AE80-005A7DF4CDA8}"/>
              </a:ext>
            </a:extLst>
          </p:cNvPr>
          <p:cNvSpPr/>
          <p:nvPr/>
        </p:nvSpPr>
        <p:spPr>
          <a:xfrm>
            <a:off x="1603514" y="2246761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endParaRPr lang="es-C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lecha: pentágono 4">
            <a:extLst>
              <a:ext uri="{FF2B5EF4-FFF2-40B4-BE49-F238E27FC236}">
                <a16:creationId xmlns:a16="http://schemas.microsoft.com/office/drawing/2014/main" id="{6BB8DB29-AB59-45B8-8907-BFFEEC5DBCCE}"/>
              </a:ext>
            </a:extLst>
          </p:cNvPr>
          <p:cNvSpPr/>
          <p:nvPr/>
        </p:nvSpPr>
        <p:spPr>
          <a:xfrm>
            <a:off x="1603514" y="3537814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es-C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lecha: pentágono 5">
            <a:hlinkClick r:id="rId3" action="ppaction://hlinksldjump"/>
            <a:extLst>
              <a:ext uri="{FF2B5EF4-FFF2-40B4-BE49-F238E27FC236}">
                <a16:creationId xmlns:a16="http://schemas.microsoft.com/office/drawing/2014/main" id="{08E1F958-2C80-474A-8DA0-34D9A536412C}"/>
              </a:ext>
            </a:extLst>
          </p:cNvPr>
          <p:cNvSpPr/>
          <p:nvPr/>
        </p:nvSpPr>
        <p:spPr>
          <a:xfrm>
            <a:off x="6725479" y="2246761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Más o menos</a:t>
            </a:r>
            <a:endParaRPr lang="es-C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lecha: pentágono 6">
            <a:hlinkClick r:id="rId4" action="ppaction://hlinksldjump"/>
            <a:extLst>
              <a:ext uri="{FF2B5EF4-FFF2-40B4-BE49-F238E27FC236}">
                <a16:creationId xmlns:a16="http://schemas.microsoft.com/office/drawing/2014/main" id="{6D4CF660-EA27-42FF-B739-0FAD5FDC0FE5}"/>
              </a:ext>
            </a:extLst>
          </p:cNvPr>
          <p:cNvSpPr/>
          <p:nvPr/>
        </p:nvSpPr>
        <p:spPr>
          <a:xfrm>
            <a:off x="6725479" y="3537814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Quieres que en serio te conteste</a:t>
            </a:r>
            <a:endParaRPr lang="es-C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iagrama de flujo: proceso alternativo 7">
            <a:hlinkClick r:id="rId5" action="ppaction://hlinksldjump"/>
            <a:extLst>
              <a:ext uri="{FF2B5EF4-FFF2-40B4-BE49-F238E27FC236}">
                <a16:creationId xmlns:a16="http://schemas.microsoft.com/office/drawing/2014/main" id="{E494A288-70F8-4C9C-9693-C48FDD650BCD}"/>
              </a:ext>
            </a:extLst>
          </p:cNvPr>
          <p:cNvSpPr/>
          <p:nvPr/>
        </p:nvSpPr>
        <p:spPr>
          <a:xfrm>
            <a:off x="4757532" y="3154017"/>
            <a:ext cx="1643269" cy="54996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50/50</a:t>
            </a:r>
          </a:p>
        </p:txBody>
      </p:sp>
    </p:spTree>
    <p:extLst>
      <p:ext uri="{BB962C8B-B14F-4D97-AF65-F5344CB8AC3E}">
        <p14:creationId xmlns:p14="http://schemas.microsoft.com/office/powerpoint/2010/main" val="11402040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D41FC2-F838-46BE-A5F6-B45AD3544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5581" y="597912"/>
            <a:ext cx="8534400" cy="1507067"/>
          </a:xfrm>
        </p:spPr>
        <p:txBody>
          <a:bodyPr/>
          <a:lstStyle/>
          <a:p>
            <a:r>
              <a:rPr lang="es-CR" dirty="0" smtClean="0"/>
              <a:t>¿</a:t>
            </a:r>
            <a:r>
              <a:rPr lang="es-CR" dirty="0" smtClean="0"/>
              <a:t>Disfrutó el juego</a:t>
            </a:r>
            <a:r>
              <a:rPr lang="es-CR" dirty="0" smtClean="0"/>
              <a:t>?</a:t>
            </a:r>
            <a:endParaRPr lang="es-CR" dirty="0"/>
          </a:p>
        </p:txBody>
      </p:sp>
      <p:sp>
        <p:nvSpPr>
          <p:cNvPr id="4" name="Flecha: pentágono 3">
            <a:hlinkClick r:id="rId2" action="ppaction://hlinksldjump"/>
            <a:extLst>
              <a:ext uri="{FF2B5EF4-FFF2-40B4-BE49-F238E27FC236}">
                <a16:creationId xmlns:a16="http://schemas.microsoft.com/office/drawing/2014/main" id="{D718D417-562E-481B-AE80-005A7DF4CDA8}"/>
              </a:ext>
            </a:extLst>
          </p:cNvPr>
          <p:cNvSpPr/>
          <p:nvPr/>
        </p:nvSpPr>
        <p:spPr>
          <a:xfrm>
            <a:off x="1603514" y="2246761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endParaRPr lang="es-C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lecha: pentágono 6">
            <a:hlinkClick r:id="rId3" action="ppaction://hlinksldjump"/>
            <a:extLst>
              <a:ext uri="{FF2B5EF4-FFF2-40B4-BE49-F238E27FC236}">
                <a16:creationId xmlns:a16="http://schemas.microsoft.com/office/drawing/2014/main" id="{6D4CF660-EA27-42FF-B739-0FAD5FDC0FE5}"/>
              </a:ext>
            </a:extLst>
          </p:cNvPr>
          <p:cNvSpPr/>
          <p:nvPr/>
        </p:nvSpPr>
        <p:spPr>
          <a:xfrm>
            <a:off x="6725479" y="3537814"/>
            <a:ext cx="3154018" cy="107342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Quieres que en serio te conteste</a:t>
            </a:r>
            <a:endParaRPr lang="es-C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0542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57E853-4A70-460A-9C3B-82DFD186F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079" y="2000742"/>
            <a:ext cx="10515600" cy="1325563"/>
          </a:xfrm>
        </p:spPr>
        <p:txBody>
          <a:bodyPr/>
          <a:lstStyle/>
          <a:p>
            <a:pPr algn="ctr"/>
            <a:r>
              <a:rPr lang="es-C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Adivina quién perdió</a:t>
            </a:r>
            <a:endParaRPr lang="es-C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ángulo 3">
            <a:hlinkClick r:id="rId2" action="ppaction://hlinksldjump"/>
          </p:cNvPr>
          <p:cNvSpPr/>
          <p:nvPr/>
        </p:nvSpPr>
        <p:spPr>
          <a:xfrm>
            <a:off x="4739425" y="3876541"/>
            <a:ext cx="2524260" cy="14166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1269809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47FEBC-A0F4-4191-98A6-98BBEDB1A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442" y="2554534"/>
            <a:ext cx="10515600" cy="1325563"/>
          </a:xfrm>
        </p:spPr>
        <p:txBody>
          <a:bodyPr/>
          <a:lstStyle/>
          <a:p>
            <a:pPr algn="ctr"/>
            <a:r>
              <a:rPr lang="es-CR" dirty="0" smtClean="0"/>
              <a:t>Tú</a:t>
            </a:r>
            <a:endParaRPr lang="es-CR" dirty="0"/>
          </a:p>
        </p:txBody>
      </p:sp>
      <p:cxnSp>
        <p:nvCxnSpPr>
          <p:cNvPr id="5" name="Conector recto de flecha 4"/>
          <p:cNvCxnSpPr/>
          <p:nvPr/>
        </p:nvCxnSpPr>
        <p:spPr>
          <a:xfrm flipV="1">
            <a:off x="5331854" y="3387144"/>
            <a:ext cx="3000777" cy="1738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/>
          <p:cNvSpPr txBox="1"/>
          <p:nvPr/>
        </p:nvSpPr>
        <p:spPr>
          <a:xfrm>
            <a:off x="3191813" y="5125792"/>
            <a:ext cx="3721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smtClean="0"/>
              <a:t>Ahí va tu dinero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95137858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202D09-4CA6-487D-AAFC-46640FE9C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473" y="1305282"/>
            <a:ext cx="10515600" cy="1325563"/>
          </a:xfrm>
        </p:spPr>
        <p:txBody>
          <a:bodyPr/>
          <a:lstStyle/>
          <a:p>
            <a:pPr algn="ctr"/>
            <a:r>
              <a:rPr lang="es-CR" dirty="0" smtClean="0"/>
              <a:t>Bien hecho lo terminaste</a:t>
            </a:r>
            <a:endParaRPr lang="es-CR" dirty="0"/>
          </a:p>
        </p:txBody>
      </p:sp>
      <p:sp>
        <p:nvSpPr>
          <p:cNvPr id="4" name="Rectángulo 3">
            <a:hlinkClick r:id="rId2" action="ppaction://hlinksldjump"/>
          </p:cNvPr>
          <p:cNvSpPr/>
          <p:nvPr/>
        </p:nvSpPr>
        <p:spPr>
          <a:xfrm>
            <a:off x="3683358" y="3155324"/>
            <a:ext cx="4997003" cy="19704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Adivina que ganaste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92588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4212" y="6259132"/>
            <a:ext cx="2226413" cy="439372"/>
          </a:xfrm>
        </p:spPr>
        <p:txBody>
          <a:bodyPr>
            <a:normAutofit/>
          </a:bodyPr>
          <a:lstStyle/>
          <a:p>
            <a:endParaRPr lang="es-CR" sz="11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R" sz="6600" dirty="0" smtClean="0"/>
              <a:t>Te crees chistoso</a:t>
            </a:r>
            <a:endParaRPr lang="es-CR" sz="6600" dirty="0"/>
          </a:p>
        </p:txBody>
      </p:sp>
      <p:sp>
        <p:nvSpPr>
          <p:cNvPr id="4" name="Elipse 3">
            <a:hlinkClick r:id="rId2" action="ppaction://hlinksldjump"/>
          </p:cNvPr>
          <p:cNvSpPr/>
          <p:nvPr/>
        </p:nvSpPr>
        <p:spPr>
          <a:xfrm>
            <a:off x="4146997" y="3554569"/>
            <a:ext cx="3734873" cy="17386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Intenta de nuevo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24761969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ector">
  <a:themeElements>
    <a:clrScheme name="Sector">
      <a:dk1>
        <a:sysClr val="windowText" lastClr="000000"/>
      </a:dk1>
      <a:lt1>
        <a:sysClr val="window" lastClr="FFFFFF"/>
      </a:lt1>
      <a:dk2>
        <a:srgbClr val="AD2E03"/>
      </a:dk2>
      <a:lt2>
        <a:srgbClr val="D75626"/>
      </a:lt2>
      <a:accent1>
        <a:srgbClr val="760603"/>
      </a:accent1>
      <a:accent2>
        <a:srgbClr val="FA9C1F"/>
      </a:accent2>
      <a:accent3>
        <a:srgbClr val="D9BB55"/>
      </a:accent3>
      <a:accent4>
        <a:srgbClr val="829551"/>
      </a:accent4>
      <a:accent5>
        <a:srgbClr val="58A28B"/>
      </a:accent5>
      <a:accent6>
        <a:srgbClr val="426480"/>
      </a:accent6>
      <a:hlink>
        <a:srgbClr val="460402"/>
      </a:hlink>
      <a:folHlink>
        <a:srgbClr val="991111"/>
      </a:folHlink>
    </a:clrScheme>
    <a:fontScheme name="Sec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o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4000"/>
                <a:hueMod val="22000"/>
                <a:satMod val="220000"/>
                <a:lumMod val="6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2000"/>
                <a:hueMod val="22000"/>
                <a:satMod val="220000"/>
                <a:lumMod val="6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903AAAE-3EA5-424A-B142-CC51DC1F897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101</TotalTime>
  <Words>319</Words>
  <Application>Microsoft Office PowerPoint</Application>
  <PresentationFormat>Panorámica</PresentationFormat>
  <Paragraphs>98</Paragraphs>
  <Slides>25</Slides>
  <Notes>0</Notes>
  <HiddenSlides>23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9" baseType="lpstr">
      <vt:lpstr>Century Gothic</vt:lpstr>
      <vt:lpstr>Times New Roman</vt:lpstr>
      <vt:lpstr>Wingdings 3</vt:lpstr>
      <vt:lpstr>Sector</vt:lpstr>
      <vt:lpstr>Preguntas</vt:lpstr>
      <vt:lpstr>¿Por qué Mario tiene memes en su aula?</vt:lpstr>
      <vt:lpstr>¿Por qué Mario tiene memes en su aula?</vt:lpstr>
      <vt:lpstr>¿Esta pregunta tiene sentido?</vt:lpstr>
      <vt:lpstr>¿Esta pregunta tiene sentido?</vt:lpstr>
      <vt:lpstr>¿Cuál es el juego favorito de Morpho?</vt:lpstr>
      <vt:lpstr>¿Cuál es el juego favorito de Morpho?</vt:lpstr>
      <vt:lpstr>¿Cuál es la mejor banda colegial de CR?</vt:lpstr>
      <vt:lpstr>¿Cuál es la mejor banda colegial de CR?</vt:lpstr>
      <vt:lpstr>¿Iniciamos con las preguntas serias?</vt:lpstr>
      <vt:lpstr>¿Iniciamos con las preguntas serias?</vt:lpstr>
      <vt:lpstr>¿El abuelo de la Física fue?</vt:lpstr>
      <vt:lpstr>¿El abuelo de la Física fue?</vt:lpstr>
      <vt:lpstr>¿Qué mueve la publicidad?</vt:lpstr>
      <vt:lpstr>¿Qué mueve la publicidad?</vt:lpstr>
      <vt:lpstr>¿Todo lo que has respondido ha sido cierto?</vt:lpstr>
      <vt:lpstr>¿Todo lo que has respondido ha sido cierto?</vt:lpstr>
      <vt:lpstr>¿Cabo de Hornos queda en?</vt:lpstr>
      <vt:lpstr>¿Cabo de Hornos queda en?</vt:lpstr>
      <vt:lpstr>¿Disfrutó el juego?</vt:lpstr>
      <vt:lpstr>¿Disfrutó el juego?</vt:lpstr>
      <vt:lpstr>Adivina quién perdió</vt:lpstr>
      <vt:lpstr>Tú</vt:lpstr>
      <vt:lpstr>Bien hecho lo terminaste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Preguntas</dc:title>
  <dc:creator>User</dc:creator>
  <cp:lastModifiedBy>Cuarto Desarrollo</cp:lastModifiedBy>
  <cp:revision>13</cp:revision>
  <dcterms:created xsi:type="dcterms:W3CDTF">2019-02-14T21:47:01Z</dcterms:created>
  <dcterms:modified xsi:type="dcterms:W3CDTF">2019-02-15T14:21:15Z</dcterms:modified>
</cp:coreProperties>
</file>